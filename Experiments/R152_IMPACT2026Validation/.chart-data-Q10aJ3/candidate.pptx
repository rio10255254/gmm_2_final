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fc5653bf542af" /><Relationship Type="http://schemas.openxmlformats.org/officeDocument/2006/relationships/extended-properties" Target="/docProps/app.xml" Id="Rea59001d9fdc4ad3" /><Relationship Type="http://schemas.openxmlformats.org/officeDocument/2006/relationships/officeDocument" Target="/ppt/presentation.xml" Id="R2e8ace2abb73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53cd99a1b40ed"/>
  </p:sldMasterIdLst>
  <p:notesMasterIdLst>
    <p:notesMasterId xmlns:r="http://schemas.openxmlformats.org/officeDocument/2006/relationships" r:id="R34ca1372d4d740c8"/>
  </p:notesMasterIdLst>
  <p:sldIdLst>
    <p:sldId xmlns:r="http://schemas.openxmlformats.org/officeDocument/2006/relationships" id="256" r:id="R1c787bd7a7c04e18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6500fb1c0409a" /><Relationship Type="http://schemas.openxmlformats.org/officeDocument/2006/relationships/slideMaster" Target="/ppt/slideMasters/slideMaster1.xml" Id="Re5953cd99a1b40ed" /><Relationship Type="http://schemas.openxmlformats.org/officeDocument/2006/relationships/notesMaster" Target="/ppt/notesMasters/notesMaster1.xml" Id="R34ca1372d4d740c8" /><Relationship Type="http://schemas.openxmlformats.org/officeDocument/2006/relationships/presProps" Target="/ppt/presProps.xml" Id="R29b0d210c2b244ee" /><Relationship Type="http://schemas.openxmlformats.org/officeDocument/2006/relationships/viewProps" Target="/ppt/viewProps.xml" Id="Ref56c3fa354349f2" /><Relationship Type="http://schemas.openxmlformats.org/officeDocument/2006/relationships/tableStyles" Target="/ppt/tableStyles.xml" Id="Rfc1ef0d887844e7e" /><Relationship Type="http://schemas.openxmlformats.org/officeDocument/2006/relationships/slide" Target="/ppt/slides/slide1.xml" Id="R1c787bd7a7c04e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73ad5a5084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146ba186e4fb0" /><Relationship Type="http://schemas.openxmlformats.org/officeDocument/2006/relationships/notesMaster" Target="/ppt/notesMasters/notesMaster1.xml" Id="R846f4bd11ada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C:\Users\Rio\.codex\worktrees\impact-r152\GMM_2_Final\Experiments\R152_IMPACT2026Validation\results\separate_conditions\poster_data_30steps.json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run 003412_XY_0, acquisition run 7, the first evaluation run after the existing first-six-RAW-scan direction calibration split. Use all 31 frames and all 30 adjacent steps. This presentation selection follows the user request after full 30-scan auditing and is not a preregistered original-study choice.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all 30 original Raw-locked adjacent pairs, ordered by acquisition index. They are selected pairs rather than a new 31-frame scan.</a:t>
            </a:r>
            <a:endParaRPr/>
          </a:p>
          <a:p xmlns:a="http://schemas.openxmlformats.org/drawingml/2006/main">
            <a:pPr>
              <a:buNone/>
            </a:pPr>
            <a:r>
              <a:t>Each headline is 100*(1-SD(MOSR)/SD(Raw)), using sample SD of exactly 30 image-measured steps in that condition. There is no pooled scan statistic and no cross-objective average on this poster.</a:t>
            </a:r>
            <a:endParaRPr/>
          </a:p>
          <a:p xmlns:a="http://schemas.openxmlformats.org/drawingml/2006/main">
            <a:pPr>
              <a:buNone/>
            </a:pPr>
            <a:r>
              <a:t>Curve values are observed image-measured displacements minus nominal 1000 nm, with identical axes in both plots. No per-method recentering, detrending, scaling, clipping or outlier removal is applied.</a:t>
            </a:r>
            <a:endParaRPr/>
          </a:p>
          <a:p xmlns:a="http://schemas.openxmlformats.org/drawingml/2006/main">
            <a:pPr>
              <a:buNone/>
            </a:pPr>
            <a:r>
              <a:t>The complete 30-scan 20x study and 0.5 micrometer 50x result remain in the supplementary records. The submitted two-page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Both methods use the same normal-gradient geometric LSC family with the same settings within each condition.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edd5d4d1c42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da7c0b23a4f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b5d9f5f1144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12734110644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7b01c785d49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be762f94f45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fac82b3f348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d80aed74d4b1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82fd1c5f749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a53f3a2d742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578257f9a418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242E91C-DBB6-4D55-BE23-8BF84D3D79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79B67BC-6732-4A73-924F-D6240E20F7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2217E2A-85A1-4AB1-AD4C-ED8E93D77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3F422ED-079C-47C4-9925-6750945B41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1EBFC-7D11-4FF8-B731-A9B847235F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553AC87-ED1F-4202-9227-6177E5D128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E83941-9C6F-4095-ACE9-D44A7292E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860DBA4-552C-4097-B23F-C357A963C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6B485A2-B866-4441-8F54-DBC0D461E7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CC456BE-394A-4A3E-9946-A4F08308C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598D23B-2F7D-4D4B-B0EB-17139112F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709610E-F814-409E-9A70-1C85DF8A0E0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F4C26990-EA15-46E5-8DC1-9CF7BF1CEF0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B3D4B21E-F56C-400F-B232-90AAF6668B6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F5201E2-ED4E-40A1-82BB-71FD331FC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6195855-955D-4B2A-A66B-90715ABDF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FB0F3ED-08DA-4DBC-AD6E-05A846704B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A9241213-7722-4860-9E17-D7527567C5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D776A6F-5777-4601-B11E-7E326DC5F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D9821D7-6EED-4524-B6CF-D194E169D1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0E633F0-000D-40F9-A8F2-DC314CCF0B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50101AB-DBB0-48C8-AC4C-114D5BA49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BCCF9A0-4627-46B0-9732-DF6A26710D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EB598ED6-0E02-41BF-8F60-DCF1BFB9B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BB79D0F-6DEE-4E72-823E-C3B9156B6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3167e440f476f" /><Relationship Type="http://schemas.openxmlformats.org/officeDocument/2006/relationships/slideLayout" Target="/ppt/slideLayouts/slideLayout1.xml" Id="Raf6f4a996b4b4a1b" /><Relationship Type="http://schemas.openxmlformats.org/officeDocument/2006/relationships/slideLayout" Target="/ppt/slideLayouts/slideLayout2.xml" Id="Ra80197ee432c4319" /><Relationship Type="http://schemas.openxmlformats.org/officeDocument/2006/relationships/slideLayout" Target="/ppt/slideLayouts/slideLayout3.xml" Id="Rf7864f0a16664774" /><Relationship Type="http://schemas.openxmlformats.org/officeDocument/2006/relationships/slideLayout" Target="/ppt/slideLayouts/slideLayout4.xml" Id="Rf07e432657044c2b" /><Relationship Type="http://schemas.openxmlformats.org/officeDocument/2006/relationships/slideLayout" Target="/ppt/slideLayouts/slideLayout5.xml" Id="Rf3411013c9ab41b1" /><Relationship Type="http://schemas.openxmlformats.org/officeDocument/2006/relationships/slideLayout" Target="/ppt/slideLayouts/slideLayout6.xml" Id="Rfd088262356d4ed1" /><Relationship Type="http://schemas.openxmlformats.org/officeDocument/2006/relationships/slideLayout" Target="/ppt/slideLayouts/slideLayout7.xml" Id="R40176fd772514f34" /><Relationship Type="http://schemas.openxmlformats.org/officeDocument/2006/relationships/slideLayout" Target="/ppt/slideLayouts/slideLayout8.xml" Id="R212da8ce17d440bb" /><Relationship Type="http://schemas.openxmlformats.org/officeDocument/2006/relationships/slideLayout" Target="/ppt/slideLayouts/slideLayout9.xml" Id="Rca9137aa886042fb" /><Relationship Type="http://schemas.openxmlformats.org/officeDocument/2006/relationships/slideLayout" Target="/ppt/slideLayouts/slideLayout10.xml" Id="R3d707a4d8c164e16" /><Relationship Type="http://schemas.openxmlformats.org/officeDocument/2006/relationships/slideLayout" Target="/ppt/slideLayouts/slideLayout11.xml" Id="R6a18a584a0664f7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6f4a996b4b4a1b"/>
    <p:sldLayoutId xmlns:r="http://schemas.openxmlformats.org/officeDocument/2006/relationships" id="2147483650" r:id="Ra80197ee432c4319"/>
    <p:sldLayoutId xmlns:r="http://schemas.openxmlformats.org/officeDocument/2006/relationships" id="2147483651" r:id="Rf7864f0a16664774"/>
    <p:sldLayoutId xmlns:r="http://schemas.openxmlformats.org/officeDocument/2006/relationships" id="2147483652" r:id="Rf07e432657044c2b"/>
    <p:sldLayoutId xmlns:r="http://schemas.openxmlformats.org/officeDocument/2006/relationships" id="2147483653" r:id="Rf3411013c9ab41b1"/>
    <p:sldLayoutId xmlns:r="http://schemas.openxmlformats.org/officeDocument/2006/relationships" id="2147483654" r:id="Rfd088262356d4ed1"/>
    <p:sldLayoutId xmlns:r="http://schemas.openxmlformats.org/officeDocument/2006/relationships" id="2147483655" r:id="R40176fd772514f34"/>
    <p:sldLayoutId xmlns:r="http://schemas.openxmlformats.org/officeDocument/2006/relationships" id="2147483656" r:id="R212da8ce17d440bb"/>
    <p:sldLayoutId xmlns:r="http://schemas.openxmlformats.org/officeDocument/2006/relationships" id="2147483657" r:id="Rca9137aa886042fb"/>
    <p:sldLayoutId xmlns:r="http://schemas.openxmlformats.org/officeDocument/2006/relationships" id="2147483658" r:id="R3d707a4d8c164e16"/>
    <p:sldLayoutId xmlns:r="http://schemas.openxmlformats.org/officeDocument/2006/relationships" id="2147483659" r:id="R6a18a584a0664f77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d5fb27dd540f3" /><Relationship Type="http://schemas.openxmlformats.org/officeDocument/2006/relationships/image" Target="/ppt/media/image.jpeg" Id="Rb76b3484bf0949fb" /><Relationship Type="http://schemas.openxmlformats.org/officeDocument/2006/relationships/image" Target="/ppt/media/image.png" Id="Rc63c3db5010344cf" /><Relationship Type="http://schemas.openxmlformats.org/officeDocument/2006/relationships/image" Target="/ppt/media/image2.png" Id="R8b4646297f8b4eed" /><Relationship Type="http://schemas.openxmlformats.org/officeDocument/2006/relationships/image" Target="/ppt/media/image3.png" Id="R133b95753ade4b3f" /><Relationship Type="http://schemas.openxmlformats.org/officeDocument/2006/relationships/image" Target="/ppt/media/image4.png" Id="R136a83387d9c41b6" /><Relationship Type="http://schemas.openxmlformats.org/officeDocument/2006/relationships/chart" Target="/ppt/slides/charts/chart1.xml" Id="R2fb9768c868544a2" /><Relationship Type="http://schemas.openxmlformats.org/officeDocument/2006/relationships/chart" Target="/ppt/slides/charts/chart2.xml" Id="R9ce044fdaca24d26" /><Relationship Type="http://schemas.openxmlformats.org/officeDocument/2006/relationships/notesSlide" Target="/ppt/notesSlides/notesSlide1.xml" Id="R77fccfcb692f444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-5.500603</c:v>
                </c:pt>
                <c:pt idx="1">
                  <c:v>-5.908449</c:v>
                </c:pt>
                <c:pt idx="2">
                  <c:v>2.69955</c:v>
                </c:pt>
                <c:pt idx="3">
                  <c:v>4.106944</c:v>
                </c:pt>
                <c:pt idx="4">
                  <c:v>8.655457</c:v>
                </c:pt>
                <c:pt idx="5">
                  <c:v>2.396533</c:v>
                </c:pt>
                <c:pt idx="6">
                  <c:v>-8.565548</c:v>
                </c:pt>
                <c:pt idx="7">
                  <c:v>0.508422</c:v>
                </c:pt>
                <c:pt idx="8">
                  <c:v>12.650861</c:v>
                </c:pt>
                <c:pt idx="9">
                  <c:v>-5.735517</c:v>
                </c:pt>
                <c:pt idx="10">
                  <c:v>11.784784</c:v>
                </c:pt>
                <c:pt idx="11">
                  <c:v>-26.069287</c:v>
                </c:pt>
                <c:pt idx="12">
                  <c:v>5.606411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20.234999</c:v>
                </c:pt>
                <c:pt idx="16">
                  <c:v>-8.759684</c:v>
                </c:pt>
                <c:pt idx="17">
                  <c:v>-4.175094</c:v>
                </c:pt>
                <c:pt idx="18">
                  <c:v>10.560885</c:v>
                </c:pt>
                <c:pt idx="19">
                  <c:v>-5.878099</c:v>
                </c:pt>
                <c:pt idx="20">
                  <c:v>4.019884</c:v>
                </c:pt>
                <c:pt idx="21">
                  <c:v>3.772859</c:v>
                </c:pt>
                <c:pt idx="22">
                  <c:v>4.2599</c:v>
                </c:pt>
                <c:pt idx="23">
                  <c:v>0.617848</c:v>
                </c:pt>
                <c:pt idx="24">
                  <c:v>7.136656</c:v>
                </c:pt>
                <c:pt idx="25">
                  <c:v>0.218938</c:v>
                </c:pt>
                <c:pt idx="26">
                  <c:v>9.489033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9.775089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</c:v>
                </c:pt>
                <c:pt idx="1">
                  <c:v>2.717153</c:v>
                </c:pt>
                <c:pt idx="2">
                  <c:v>-5.017586</c:v>
                </c:pt>
                <c:pt idx="3">
                  <c:v>-4.797491</c:v>
                </c:pt>
                <c:pt idx="4">
                  <c:v>-6.494276</c:v>
                </c:pt>
                <c:pt idx="5">
                  <c:v>8.034867</c:v>
                </c:pt>
                <c:pt idx="6">
                  <c:v>2.334531</c:v>
                </c:pt>
                <c:pt idx="7">
                  <c:v>-0.051228</c:v>
                </c:pt>
                <c:pt idx="8">
                  <c:v>-4.941241</c:v>
                </c:pt>
                <c:pt idx="9">
                  <c:v>-2.722</c:v>
                </c:pt>
                <c:pt idx="10">
                  <c:v>5.586717</c:v>
                </c:pt>
                <c:pt idx="11">
                  <c:v>6.563323</c:v>
                </c:pt>
                <c:pt idx="12">
                  <c:v>2.912163</c:v>
                </c:pt>
                <c:pt idx="13">
                  <c:v>2.068432</c:v>
                </c:pt>
                <c:pt idx="14">
                  <c:v>-1.430616</c:v>
                </c:pt>
                <c:pt idx="15">
                  <c:v>2.43275</c:v>
                </c:pt>
                <c:pt idx="16">
                  <c:v>17.393</c:v>
                </c:pt>
                <c:pt idx="17">
                  <c:v>9.439032</c:v>
                </c:pt>
                <c:pt idx="18">
                  <c:v>7.841508</c:v>
                </c:pt>
                <c:pt idx="19">
                  <c:v>-1.531477</c:v>
                </c:pt>
                <c:pt idx="20">
                  <c:v>2.702926</c:v>
                </c:pt>
                <c:pt idx="21">
                  <c:v>-0.045107</c:v>
                </c:pt>
                <c:pt idx="22">
                  <c:v>12.382601</c:v>
                </c:pt>
                <c:pt idx="23">
                  <c:v>-0.034985</c:v>
                </c:pt>
                <c:pt idx="24">
                  <c:v>0.03399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-2.529997</c:v>
                </c:pt>
                <c:pt idx="28">
                  <c:v>1.623318</c:v>
                </c:pt>
                <c:pt idx="29">
                  <c:v>-5.178834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</c:v>
                </c:pt>
                <c:pt idx="2">
                  <c:v>-2.745939</c:v>
                </c:pt>
                <c:pt idx="3">
                  <c:v>-10.368061</c:v>
                </c:pt>
                <c:pt idx="4">
                  <c:v>-3.924594</c:v>
                </c:pt>
                <c:pt idx="5">
                  <c:v>9.661482</c:v>
                </c:pt>
                <c:pt idx="6">
                  <c:v>-1.869753</c:v>
                </c:pt>
                <c:pt idx="7">
                  <c:v>-3.653498</c:v>
                </c:pt>
                <c:pt idx="8">
                  <c:v>2.079089</c:v>
                </c:pt>
                <c:pt idx="9">
                  <c:v>1.76388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0.209496</c:v>
                </c:pt>
                <c:pt idx="13">
                  <c:v>2.521649</c:v>
                </c:pt>
                <c:pt idx="14">
                  <c:v>4.634937</c:v>
                </c:pt>
                <c:pt idx="15">
                  <c:v>5.615431</c:v>
                </c:pt>
                <c:pt idx="16">
                  <c:v>0.258603</c:v>
                </c:pt>
                <c:pt idx="17">
                  <c:v>1.537293</c:v>
                </c:pt>
                <c:pt idx="18">
                  <c:v>1.837462</c:v>
                </c:pt>
                <c:pt idx="19">
                  <c:v>1.170726</c:v>
                </c:pt>
                <c:pt idx="20">
                  <c:v>1.593509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8.597368</c:v>
                </c:pt>
                <c:pt idx="25">
                  <c:v>4.286585</c:v>
                </c:pt>
                <c:pt idx="26">
                  <c:v>0.363105</c:v>
                </c:pt>
                <c:pt idx="27">
                  <c:v>5.261717</c:v>
                </c:pt>
                <c:pt idx="28">
                  <c:v>4.081247</c:v>
                </c:pt>
                <c:pt idx="29">
                  <c:v>1.123131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2.686368</c:v>
                </c:pt>
                <c:pt idx="1">
                  <c:v>9.182534</c:v>
                </c:pt>
                <c:pt idx="2">
                  <c:v>2.138453</c:v>
                </c:pt>
                <c:pt idx="3">
                  <c:v>19.038464</c:v>
                </c:pt>
                <c:pt idx="4">
                  <c:v>7.55241</c:v>
                </c:pt>
                <c:pt idx="5">
                  <c:v>8.292485</c:v>
                </c:pt>
                <c:pt idx="6">
                  <c:v>1.938353</c:v>
                </c:pt>
                <c:pt idx="7">
                  <c:v>0.169756</c:v>
                </c:pt>
                <c:pt idx="8">
                  <c:v>12.516923</c:v>
                </c:pt>
                <c:pt idx="9">
                  <c:v>-7.524604</c:v>
                </c:pt>
                <c:pt idx="10">
                  <c:v>7.555743</c:v>
                </c:pt>
                <c:pt idx="11">
                  <c:v>-6.01632</c:v>
                </c:pt>
                <c:pt idx="12">
                  <c:v>2.937759</c:v>
                </c:pt>
                <c:pt idx="13">
                  <c:v>4.849974</c:v>
                </c:pt>
                <c:pt idx="14">
                  <c:v>-1.991931</c:v>
                </c:pt>
                <c:pt idx="15">
                  <c:v>7.006504</c:v>
                </c:pt>
                <c:pt idx="16">
                  <c:v>10.385565</c:v>
                </c:pt>
                <c:pt idx="17">
                  <c:v>4.370432</c:v>
                </c:pt>
                <c:pt idx="18">
                  <c:v>-4.605217</c:v>
                </c:pt>
                <c:pt idx="19">
                  <c:v>1.729503</c:v>
                </c:pt>
                <c:pt idx="20">
                  <c:v>6.639988</c:v>
                </c:pt>
                <c:pt idx="21">
                  <c:v>2.952791</c:v>
                </c:pt>
                <c:pt idx="22">
                  <c:v>1.565323</c:v>
                </c:pt>
                <c:pt idx="23">
                  <c:v>-1.842113</c:v>
                </c:pt>
                <c:pt idx="24">
                  <c:v>11.002118</c:v>
                </c:pt>
                <c:pt idx="25">
                  <c:v>7.265897</c:v>
                </c:pt>
                <c:pt idx="26">
                  <c:v>-3.046962</c:v>
                </c:pt>
                <c:pt idx="27">
                  <c:v>12.251693</c:v>
                </c:pt>
                <c:pt idx="28">
                  <c:v>1.922943</c:v>
                </c:pt>
                <c:pt idx="29">
                  <c:v>4.484335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</c:v>
                </c:pt>
                <c:pt idx="1">
                  <c:v>9.592831</c:v>
                </c:pt>
                <c:pt idx="2">
                  <c:v>0.733851</c:v>
                </c:pt>
                <c:pt idx="3">
                  <c:v>9.536013</c:v>
                </c:pt>
                <c:pt idx="4">
                  <c:v>6.043761</c:v>
                </c:pt>
                <c:pt idx="5">
                  <c:v>8.937796</c:v>
                </c:pt>
                <c:pt idx="6">
                  <c:v>5.038577</c:v>
                </c:pt>
                <c:pt idx="7">
                  <c:v>-2.234989</c:v>
                </c:pt>
                <c:pt idx="8">
                  <c:v>8.741583</c:v>
                </c:pt>
                <c:pt idx="9">
                  <c:v>-9.188174</c:v>
                </c:pt>
                <c:pt idx="10">
                  <c:v>4.837024</c:v>
                </c:pt>
                <c:pt idx="11">
                  <c:v>2.31548</c:v>
                </c:pt>
                <c:pt idx="12">
                  <c:v>0.548453</c:v>
                </c:pt>
                <c:pt idx="13">
                  <c:v>0.922328</c:v>
                </c:pt>
                <c:pt idx="14">
                  <c:v>1.656364</c:v>
                </c:pt>
                <c:pt idx="15">
                  <c:v>7.469376</c:v>
                </c:pt>
                <c:pt idx="16">
                  <c:v>8.894075</c:v>
                </c:pt>
                <c:pt idx="17">
                  <c:v>1.793953</c:v>
                </c:pt>
                <c:pt idx="18">
                  <c:v>-7.004938</c:v>
                </c:pt>
                <c:pt idx="19">
                  <c:v>0.586654</c:v>
                </c:pt>
                <c:pt idx="20">
                  <c:v>6.626341</c:v>
                </c:pt>
                <c:pt idx="21">
                  <c:v>1.477375</c:v>
                </c:pt>
                <c:pt idx="22">
                  <c:v>1.980899</c:v>
                </c:pt>
                <c:pt idx="23">
                  <c:v>2.507699</c:v>
                </c:pt>
                <c:pt idx="24">
                  <c:v>3.572485</c:v>
                </c:pt>
                <c:pt idx="25">
                  <c:v>8.726712</c:v>
                </c:pt>
                <c:pt idx="26">
                  <c:v>3.90271</c:v>
                </c:pt>
                <c:pt idx="27">
                  <c:v>10.370118</c:v>
                </c:pt>
                <c:pt idx="28">
                  <c:v>7.791488</c:v>
                </c:pt>
                <c:pt idx="29">
                  <c:v>4.299462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0.680232</c:v>
                </c:pt>
                <c:pt idx="1">
                  <c:v>12.242885</c:v>
                </c:pt>
                <c:pt idx="2">
                  <c:v>1.863735</c:v>
                </c:pt>
                <c:pt idx="3">
                  <c:v>12.564694</c:v>
                </c:pt>
                <c:pt idx="4">
                  <c:v>5.435655</c:v>
                </c:pt>
                <c:pt idx="5">
                  <c:v>7.208391</c:v>
                </c:pt>
                <c:pt idx="6">
                  <c:v>4.623323</c:v>
                </c:pt>
                <c:pt idx="7">
                  <c:v>-1.305476</c:v>
                </c:pt>
                <c:pt idx="8">
                  <c:v>7.424037</c:v>
                </c:pt>
                <c:pt idx="9">
                  <c:v>-7.976704</c:v>
                </c:pt>
                <c:pt idx="10">
                  <c:v>3.492664</c:v>
                </c:pt>
                <c:pt idx="11">
                  <c:v>-1.536607</c:v>
                </c:pt>
                <c:pt idx="12">
                  <c:v>0.768757</c:v>
                </c:pt>
                <c:pt idx="13">
                  <c:v>0.782678</c:v>
                </c:pt>
                <c:pt idx="14">
                  <c:v>-0.286744</c:v>
                </c:pt>
                <c:pt idx="15">
                  <c:v>4.945026</c:v>
                </c:pt>
                <c:pt idx="16">
                  <c:v>9.192739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-0.645551</c:v>
                </c:pt>
                <c:pt idx="20">
                  <c:v>6.037578</c:v>
                </c:pt>
                <c:pt idx="21">
                  <c:v>0.465356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</c:v>
                </c:pt>
                <c:pt idx="25">
                  <c:v>6.304203</c:v>
                </c:pt>
                <c:pt idx="26">
                  <c:v>2.782126</c:v>
                </c:pt>
                <c:pt idx="27">
                  <c:v>8.773705</c:v>
                </c:pt>
                <c:pt idx="28">
                  <c:v>3.920411</c:v>
                </c:pt>
                <c:pt idx="29">
                  <c:v>2.086435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6092C4E0-0798-47C9-8C82-09F03E9A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4537722-8620-4C15-ADDB-5150123A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32B73E2-B579-4C1C-89B0-20B50719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062500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A31F7D67-52C3-490A-8517-9C39773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26DB85A-144F-4111-A5FB-BA13B959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C35F373-89F2-4C21-931D-A1E4525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923FFB6F-ECE7-493E-AC3F-29AA5AD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5B3FEDBE-3583-4E3C-82D0-2DC0F279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C118792F-1BE4-46E4-BDF9-95D38CF5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1F35A1D4-3241-478D-ACEB-7D88046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b3484bf0949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ED9E294B-5F99-45A2-AB66-AA8A13F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71D46C60-4D34-46FA-9863-EEF8484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0A8A55E0-0771-4806-A583-590B1C74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75402D63-AA0D-49DB-A707-FC4A3D9F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53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estimates motion from image features. A sharper reconstructed edge is useful when its measured position remains stable. Optical blur, pixel sampling and reconstruction-induced boundary shifts can all change the reported displacement, especially when an inspection workflow switches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U-Net context [1], calibrated optical guidance and anti-aliased processing [2] to address these effects. Bounded correction retains the original image grid and limits geometry changes while improving boundary visibility. One fixed set of learned weights serves both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this study compares Raw, fixed Wiener and MOSR at 20× and 50×. Each condition contributes 30 measured single steps. The central outcome is the variation of these steps, linking reconstruction quality directly to displacement measurement.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B14E1B0D-82F2-4C93-9E8B-2BEE9DD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250" y="15843750"/>
            <a:ext cx="5203125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40ED4178-16F9-40A3-8060-193EAF4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500" y="15843750"/>
            <a:ext cx="5203125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09354B56-AC93-4B0F-B7AB-747DD8F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626562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c3db5010344cf"/>
          <a:stretch xmlns:a="http://schemas.openxmlformats.org/drawingml/2006/main"/>
        </p:blipFill>
        <p:spPr>
          <a:xfrm xmlns:a="http://schemas.openxmlformats.org/drawingml/2006/main">
            <a:off x="1781250" y="16781250"/>
            <a:ext cx="5203125" cy="5203125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17656EF4-EEF6-4B81-A867-E6F3A12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207" y="21618750"/>
            <a:ext cx="6219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3C650F76-5030-423C-86F0-49B9639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707" y="21084375"/>
            <a:ext cx="99691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646297f8b4eed"/>
          <a:stretch xmlns:a="http://schemas.openxmlformats.org/drawingml/2006/main"/>
        </p:blipFill>
        <p:spPr>
          <a:xfrm xmlns:a="http://schemas.openxmlformats.org/drawingml/2006/main">
            <a:off x="9187500" y="16781250"/>
            <a:ext cx="5203125" cy="5203125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70DEC40D-77FE-44C2-AAAD-ED5E3A8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457" y="21618750"/>
            <a:ext cx="6219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AEFA07BB-AB06-48FF-A156-519C956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957" y="21084375"/>
            <a:ext cx="99691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DA1CC888-BA8B-40DF-907B-4AF55A3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217187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b95753ade4b3f"/>
          <a:stretch xmlns:a="http://schemas.openxmlformats.org/drawingml/2006/main"/>
        </p:blipFill>
        <p:spPr>
          <a:xfrm xmlns:a="http://schemas.openxmlformats.org/drawingml/2006/main">
            <a:off x="1781250" y="22698961"/>
            <a:ext cx="5203125" cy="5180204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5F01B2DF-2FE9-4837-B72A-2DA49E7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741" y="27525000"/>
            <a:ext cx="6643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81A7D207-0CC4-42F1-AAE3-DD4760CE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241" y="26990625"/>
            <a:ext cx="103938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a83387d9c41b6"/>
          <a:stretch xmlns:a="http://schemas.openxmlformats.org/drawingml/2006/main"/>
        </p:blipFill>
        <p:spPr>
          <a:xfrm xmlns:a="http://schemas.openxmlformats.org/drawingml/2006/main">
            <a:off x="9187500" y="22698961"/>
            <a:ext cx="5203125" cy="5180204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7F35E1BF-840E-431F-9B8D-B1083721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991" y="27525000"/>
            <a:ext cx="6643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5FC705AE-CF3A-4962-8409-3DE0BA33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491" y="26990625"/>
            <a:ext cx="103938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BAA67CF8-24BC-4A3A-8610-927D35C9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078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measured 20× and 50×, 1 µm datasets. Paired images use identical fields and grayscale ranges.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75EFA0CB-584D-4C0F-A786-8F1F2BB7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0562500"/>
            <a:ext cx="13875000" cy="6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and reconstruction. Each objective contributes 30 adjacent-frame displacements at a 1 µm nominal step. MOSR uses fixed weights and native-grid outputs, with 25 measured PSF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and center. A coarse active contour [3] initializes each pillar boundary. Intensity profiles normal to the contour use 0.1-pixel spacing. Quadratic refinement locates each gradient maximum between samples. Geometric least-squares circle fitting [4] uses 64 refined points at 20× and 96 at 50× to estimate the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 and statistics. Nine pillar-center changes produce one step through their median along the acquisition motion direction. Object-space conversion uses the scale in Table I. Each condition yields one sample SD from its 30 steps. Raw, Wiener and MOSR share the same images, features and center-calculation settings.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CC37A1C2-A11D-47DF-A8A6-120CCF0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78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8531250"/>
          <a:ext xmlns:a="http://schemas.openxmlformats.org/drawingml/2006/main" cx="13781250" cy="173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9DA174E7-A96E-4506-9ECC-3904EB3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593750"/>
            <a:ext cx="13781250" cy="11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uses all 30 displacements with denominator 29. Reduction (%) = 100 × (1 − SD(MOSR) / SD(Raw)). Each trace plots measured step minus the nominal 1 µm; each objective is summarized separately.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D65A44B4-4DB0-4388-B909-C02939E1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68CC7754-42E0-4034-A96B-BCA8B67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9A334117-8BD2-4141-970D-F86F260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F70917A7-D392-40E1-B9CC-0C28D5D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9.506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7917F45B-A52C-41AE-9629-2602DC31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b9768c868544a2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3B63CAC1-34AE-4C2C-94D3-2000B14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Thirty single-step displacements at 20×. The traces show measured step minus 1 µm, using the same axes and units as the 50× experiment.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3DF3B6DF-BE96-4161-892C-B3DD507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Step SD decreases from 9.506 nm for Raw to 5.794 nm for fixed Wiener and 4.068 nm for MOSR. MOSR reduces the variation by 57.2% relative to Raw.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A1FC2FBA-71C6-46C8-8839-9CA493B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2279D47D-4D35-4835-BF96-0ED5B70E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B1E19EDD-6231-4279-AAE9-2F98B2A7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7E70936A-8D25-472D-BD78-D79D7BFE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7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044fdaca24d26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241166F1-2304-4755-B97E-117E9370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96875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Thirty locked single-step displacements at 50×. Step SD is 5.938 nm for Raw, 4.722 nm for fixed Wiener and 4.542 nm for MOSR.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C2C5009A-4D1E-4A71-9DD9-61D8488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the SD of 30 measured single steps by 57.2% at 20× and 23.5% at 50×, at a common nominal step of 1 µm. Each result retains its own acquisition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step variation support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8887B51C-9263-4F97-BBC3-04EACDF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684453815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2026-09-29T17:32:50.1580000Z</dcterms:created>
  <dcterms:modified xsi:type="dcterms:W3CDTF">2026-09-29T17:32:50.1580000Z</dcterms:modified>
</coreProperties>
</file>