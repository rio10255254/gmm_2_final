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20a883a8e4282" /><Relationship Type="http://schemas.openxmlformats.org/officeDocument/2006/relationships/extended-properties" Target="/docProps/app.xml" Id="R454ceec59fa949fb" /><Relationship Type="http://schemas.openxmlformats.org/officeDocument/2006/relationships/officeDocument" Target="/ppt/presentation.xml" Id="Ra371e5e0e7e1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9cf33afb345d2"/>
  </p:sldMasterIdLst>
  <p:notesMasterIdLst>
    <p:notesMasterId xmlns:r="http://schemas.openxmlformats.org/officeDocument/2006/relationships" r:id="Rdaabd4eecb8c4f60"/>
  </p:notesMasterIdLst>
  <p:sldIdLst>
    <p:sldId xmlns:r="http://schemas.openxmlformats.org/officeDocument/2006/relationships" id="256" r:id="R6d831ee8902748c6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fa9491d79146b6" /><Relationship Type="http://schemas.openxmlformats.org/officeDocument/2006/relationships/slideMaster" Target="/ppt/slideMasters/slideMaster1.xml" Id="R6ee9cf33afb345d2" /><Relationship Type="http://schemas.openxmlformats.org/officeDocument/2006/relationships/notesMaster" Target="/ppt/notesMasters/notesMaster1.xml" Id="Rdaabd4eecb8c4f60" /><Relationship Type="http://schemas.openxmlformats.org/officeDocument/2006/relationships/presProps" Target="/ppt/presProps.xml" Id="R247caf4d70a44acb" /><Relationship Type="http://schemas.openxmlformats.org/officeDocument/2006/relationships/viewProps" Target="/ppt/viewProps.xml" Id="R82109d1c9eae479b" /><Relationship Type="http://schemas.openxmlformats.org/officeDocument/2006/relationships/tableStyles" Target="/ppt/tableStyles.xml" Id="Ra0dea9e00f854063" /><Relationship Type="http://schemas.openxmlformats.org/officeDocument/2006/relationships/slide" Target="/ppt/slides/slide1.xml" Id="R6d831ee89027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43227a6b6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530235b9a4484" /><Relationship Type="http://schemas.openxmlformats.org/officeDocument/2006/relationships/notesMaster" Target="/ppt/notesMasters/notesMaster1.xml" Id="R2afee81603bc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e92e2bd2044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3babb0d1849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ab7ddd05c4c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4153c88bb41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c837af8d746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c30cacb4c40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a396ad32a40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27abe8a404c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682d01d9c4c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847b18cf94a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6066654aa41e9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1899366-7325-4CA7-BB8A-475EEBEFBDA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974007CE-BE5F-4E18-8945-E5D56EC5F5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3EEF59-354E-428F-B83A-6D513D1E4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30371A2-8C8F-45D3-9ADF-4003343F74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B630F1-FA2D-4848-862D-B5844E3A1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0659A61-6956-4A38-B377-58103644A3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2F6E4C2-38D3-4176-B4DC-44400F8A1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B76581C-1483-4F17-8FF6-2E2F144A0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2AEAF1C-2C68-4CA0-B563-C38C296899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3A193C5-07FD-42DC-9CE1-2F837D3A2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326F465-9034-4E6E-99FE-6B9BD83577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49025D1-B084-49CA-9DC3-23FCB3C879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5F3F4EC9-DFE9-4A83-AF38-3953699669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508336FA-AA25-4138-8CDF-AD8B688C456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F181088-C852-4091-ABE5-4CB9C1CAB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A062849-40D4-4CA0-9EFF-6A8E23E77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472DA5C-F03F-4472-8FF6-13A9FA46A7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1D96F81-B0EC-47E5-B5DF-024E55E6FE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3006325-AAB0-445B-9878-D343279DD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78A0CD51-DEA9-408A-93DD-6EBC680ED6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8713B038-8026-47FC-8E2B-197428B1D8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0507067-4D12-4580-B758-175259B9E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792DEBA-2409-4D0D-AF6D-9E9275B9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086ADA45-24BD-4307-B615-F7CCD77D9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2ED5579-E44D-4CA6-90D0-1F73FC602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fa987daf9545f7" /><Relationship Type="http://schemas.openxmlformats.org/officeDocument/2006/relationships/slideLayout" Target="/ppt/slideLayouts/slideLayout1.xml" Id="R93d6abfd7f6446ca" /><Relationship Type="http://schemas.openxmlformats.org/officeDocument/2006/relationships/slideLayout" Target="/ppt/slideLayouts/slideLayout2.xml" Id="R8d75520656604e00" /><Relationship Type="http://schemas.openxmlformats.org/officeDocument/2006/relationships/slideLayout" Target="/ppt/slideLayouts/slideLayout3.xml" Id="R4d7b3b7c03754ee9" /><Relationship Type="http://schemas.openxmlformats.org/officeDocument/2006/relationships/slideLayout" Target="/ppt/slideLayouts/slideLayout4.xml" Id="R111d5ba5ff354460" /><Relationship Type="http://schemas.openxmlformats.org/officeDocument/2006/relationships/slideLayout" Target="/ppt/slideLayouts/slideLayout5.xml" Id="R4d8c5e9661954930" /><Relationship Type="http://schemas.openxmlformats.org/officeDocument/2006/relationships/slideLayout" Target="/ppt/slideLayouts/slideLayout6.xml" Id="R8c6ba234db954532" /><Relationship Type="http://schemas.openxmlformats.org/officeDocument/2006/relationships/slideLayout" Target="/ppt/slideLayouts/slideLayout7.xml" Id="R2d64f060958f4014" /><Relationship Type="http://schemas.openxmlformats.org/officeDocument/2006/relationships/slideLayout" Target="/ppt/slideLayouts/slideLayout8.xml" Id="R2b5cd0e4e75a42b1" /><Relationship Type="http://schemas.openxmlformats.org/officeDocument/2006/relationships/slideLayout" Target="/ppt/slideLayouts/slideLayout9.xml" Id="R2616c8352af44055" /><Relationship Type="http://schemas.openxmlformats.org/officeDocument/2006/relationships/slideLayout" Target="/ppt/slideLayouts/slideLayout10.xml" Id="Rc346f8fc4e7c4308" /><Relationship Type="http://schemas.openxmlformats.org/officeDocument/2006/relationships/slideLayout" Target="/ppt/slideLayouts/slideLayout11.xml" Id="R44a298d9b852435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d6abfd7f6446ca"/>
    <p:sldLayoutId xmlns:r="http://schemas.openxmlformats.org/officeDocument/2006/relationships" id="2147483650" r:id="R8d75520656604e00"/>
    <p:sldLayoutId xmlns:r="http://schemas.openxmlformats.org/officeDocument/2006/relationships" id="2147483651" r:id="R4d7b3b7c03754ee9"/>
    <p:sldLayoutId xmlns:r="http://schemas.openxmlformats.org/officeDocument/2006/relationships" id="2147483652" r:id="R111d5ba5ff354460"/>
    <p:sldLayoutId xmlns:r="http://schemas.openxmlformats.org/officeDocument/2006/relationships" id="2147483653" r:id="R4d8c5e9661954930"/>
    <p:sldLayoutId xmlns:r="http://schemas.openxmlformats.org/officeDocument/2006/relationships" id="2147483654" r:id="R8c6ba234db954532"/>
    <p:sldLayoutId xmlns:r="http://schemas.openxmlformats.org/officeDocument/2006/relationships" id="2147483655" r:id="R2d64f060958f4014"/>
    <p:sldLayoutId xmlns:r="http://schemas.openxmlformats.org/officeDocument/2006/relationships" id="2147483656" r:id="R2b5cd0e4e75a42b1"/>
    <p:sldLayoutId xmlns:r="http://schemas.openxmlformats.org/officeDocument/2006/relationships" id="2147483657" r:id="R2616c8352af44055"/>
    <p:sldLayoutId xmlns:r="http://schemas.openxmlformats.org/officeDocument/2006/relationships" id="2147483658" r:id="Rc346f8fc4e7c4308"/>
    <p:sldLayoutId xmlns:r="http://schemas.openxmlformats.org/officeDocument/2006/relationships" id="2147483659" r:id="R44a298d9b8524354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cfad87cd1460d" /><Relationship Type="http://schemas.openxmlformats.org/officeDocument/2006/relationships/image" Target="/ppt/media/image.jpeg" Id="Rc1b2731b8b784c39" /><Relationship Type="http://schemas.openxmlformats.org/officeDocument/2006/relationships/image" Target="/ppt/media/image.png" Id="Rfdc71896b7a64bcd" /><Relationship Type="http://schemas.openxmlformats.org/officeDocument/2006/relationships/image" Target="/ppt/media/image2.png" Id="R13dc2cf4bd094197" /><Relationship Type="http://schemas.openxmlformats.org/officeDocument/2006/relationships/image" Target="/ppt/media/image3.png" Id="Rcafc00e68e9e49dd" /><Relationship Type="http://schemas.openxmlformats.org/officeDocument/2006/relationships/image" Target="/ppt/media/image4.png" Id="Ra5e7e5cfc0df4bed" /><Relationship Type="http://schemas.openxmlformats.org/officeDocument/2006/relationships/chart" Target="/ppt/slides/charts/chart1.xml" Id="R4e2e84a4728d40e8" /><Relationship Type="http://schemas.openxmlformats.org/officeDocument/2006/relationships/notesSlide" Target="/ppt/notesSlides/notesSlide1.xml" Id="Rd97fccb7f14f48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5.237896</c:v>
                </c:pt>
                <c:pt idx="1">
                  <c:v>5.430076</c:v>
                </c:pt>
                <c:pt idx="2">
                  <c:v>14.162182</c:v>
                </c:pt>
                <c:pt idx="3">
                  <c:v>10.527768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4.907045</c:v>
                </c:pt>
                <c:pt idx="1">
                  <c:v>4.589671</c:v>
                </c:pt>
                <c:pt idx="2">
                  <c:v>11.076843</c:v>
                </c:pt>
                <c:pt idx="3">
                  <c:v>11.006544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4.722652</c:v>
                </c:pt>
                <c:pt idx="1">
                  <c:v>4.547155</c:v>
                </c:pt>
                <c:pt idx="2">
                  <c:v>10.754313</c:v>
                </c:pt>
                <c:pt idx="3">
                  <c:v>8.429192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0E247A59-3983-4AC9-8365-27C6DB2D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D01DD5C-D179-4CFA-8130-1163F06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7EC3A2D4-2D99-4E60-AFB3-08E6CE7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6C3A9D74-633A-421D-87BB-E6F61C87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389AFC5-EFC8-439B-B746-6549017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FAA94CC5-FAEF-4D85-822D-385758B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B8711894-315D-46CA-8F75-FC7445E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EB70231D-41C3-49FE-BDC0-94DD32B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E873DC96-D251-46B3-9854-537D2C8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89BE15D-84FB-4A5A-9370-E340BF2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731b8b784c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20084710-0907-4128-B1BB-ADAC1158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02CEF0F8-D19B-4834-8B79-E32D6F9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A46DDFA0-D1CC-41B0-8F8F-FF0E58D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BF14EAC2-85B9-4539-AC4F-5768B41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995160A3-8AE6-44E1-900A-6F004C3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305F402A-D6A2-44CE-BA56-AD909E33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9D325452-FA1E-4F30-B673-366F00D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71896b7a64bcd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728C8531-E1A9-452C-86C7-11D907B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BAFD4373-CA9F-4059-8341-0CC1DD9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2cf4bd094197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8CA7CED5-92B0-4529-8527-F7ED700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0EB130B9-B943-4414-9827-844DFB2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A39E7797-5540-4A5F-B70F-36040E1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00e68e9e49dd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D72181BD-E084-4D34-A623-28FE9A7B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D22E542B-C9D1-4AA4-A811-2A04C79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e5cfc0df4bed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0A0C32AF-3BB1-45A4-8FB9-2FAE0E4C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AF487171-D160-4DEE-91FB-C8B131F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419CED98-687D-4098-BA24-3F05463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0F7D3B5F-F130-4F34-AD3B-26ABC723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The learned weights remain fixed across objectives.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The common reader refines each pillar with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image pair yields nine independent horizontal center shifts. After conversion to object space, their absolute median defines one single-step displacement. The same procedure applies to all three image methods.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C010CAD1-DB80-499D-B220-C541D96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28CCBEE2-6DC3-44A6-B81E-AC6D9B7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2D4F801-9555-4AD5-B27B-7CCA0A9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B7DAE172-08F5-416D-9AFF-96A76AD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66D3F1C0-048B-4BC2-9BD0-17A971C7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169D3C7F-0F08-4B17-AE46-52D1E2F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2e84a4728d40e8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82216DBE-24A7-4A60-9768-82C5809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BB220CB3-EC22-478F-A7E6-5F4FCFD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895290B2-A85F-4503-9439-5EF0917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9A8F37F6-975F-4A74-BDA8-048F81E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42698C75-5038-4CC7-A158-32BAB130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9B81CC8A-FE8C-4B02-9494-233F8A83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777074928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2026-09-29T17:03:43.9590000Z</dcterms:created>
  <dcterms:modified xsi:type="dcterms:W3CDTF">2026-09-29T17:03:43.9590000Z</dcterms:modified>
</coreProperties>
</file>