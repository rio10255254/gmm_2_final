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38692e90a472d" /><Relationship Type="http://schemas.openxmlformats.org/officeDocument/2006/relationships/extended-properties" Target="/docProps/app.xml" Id="R13f939eb73594dca" /><Relationship Type="http://schemas.openxmlformats.org/officeDocument/2006/relationships/officeDocument" Target="/ppt/presentation.xml" Id="Re45c20ada1d4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08df5469542ee"/>
  </p:sldMasterIdLst>
  <p:notesMasterIdLst>
    <p:notesMasterId xmlns:r="http://schemas.openxmlformats.org/officeDocument/2006/relationships" r:id="R6fede25793454924"/>
  </p:notesMasterIdLst>
  <p:sldIdLst>
    <p:sldId xmlns:r="http://schemas.openxmlformats.org/officeDocument/2006/relationships" id="256" r:id="R161b1cf2280e4ec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a0c0c7833401b" /><Relationship Type="http://schemas.openxmlformats.org/officeDocument/2006/relationships/slideMaster" Target="/ppt/slideMasters/slideMaster1.xml" Id="Ra4208df5469542ee" /><Relationship Type="http://schemas.openxmlformats.org/officeDocument/2006/relationships/notesMaster" Target="/ppt/notesMasters/notesMaster1.xml" Id="R6fede25793454924" /><Relationship Type="http://schemas.openxmlformats.org/officeDocument/2006/relationships/presProps" Target="/ppt/presProps.xml" Id="Raa1eb2b46b1a4e26" /><Relationship Type="http://schemas.openxmlformats.org/officeDocument/2006/relationships/viewProps" Target="/ppt/viewProps.xml" Id="Rdb6fcb19d2a94235" /><Relationship Type="http://schemas.openxmlformats.org/officeDocument/2006/relationships/tableStyles" Target="/ppt/tableStyles.xml" Id="R4633cdd0770449e1" /><Relationship Type="http://schemas.openxmlformats.org/officeDocument/2006/relationships/slide" Target="/ppt/slides/slide1.xml" Id="R161b1cf2280e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ae392433c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1674acef6947f6" /><Relationship Type="http://schemas.openxmlformats.org/officeDocument/2006/relationships/notesMaster" Target="/ppt/notesMasters/notesMaster1.xml" Id="R371217f9227f47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292e410c04f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a7140b93f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c826f6c504d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1c139915744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725398dd24e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8c1435c974b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b0375f61044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0369e52114d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cafada5b543e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76479818d49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cc4d0667a450b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EDE83CA-0F66-42C6-9B58-910D88BD91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442BBEEC-30E7-41BB-BBF8-1C0EB9E203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89F0AA2-69E0-445F-AD8D-57E5AAE87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A0CFB1-7B73-4A3E-A333-B448B231D7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F146665-65AC-484A-AC2C-3C2750174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9859AED-9CBC-48BB-B84C-8F4267D5D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72FEDA-4997-4F51-9B22-874824AF7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B7EB65B-807D-4A3A-AACD-69315DF5F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8D294226-B93B-4319-B76F-93C4CE717C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3B16856-00C0-41F3-B425-6479DFBFB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07131A9-1DAC-440F-9D44-C6AA6A82F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5C0C56A-4803-44F3-8998-3AE3735E33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DFA84AC-3F5A-40E4-957E-9BDC26FD4FD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E61A18F6-906A-4C48-930B-08F237F7F98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09D47C-5281-4DFB-9CD3-7E26C948C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F45CE56-7E5E-48A4-B822-DD32AB714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880A306-D859-45B4-A4F4-2890DA1927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7171B483-7D9F-4288-A009-31419E6CDA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6B269F2-6CFB-4520-9A54-894C2C820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E863606C-EF4D-44FA-BC20-C4F43354B39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04073C3-ECA3-4EA9-BC96-8EA6A038F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0C3871B-7056-45D6-99D5-32E715B73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459195C-A00B-41E7-B94A-94154F641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8C4661D6-B0AF-459E-8344-F81DF3AD4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EACC9F3-911B-4A3E-935A-4A765A388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75f6ac32bc4019" /><Relationship Type="http://schemas.openxmlformats.org/officeDocument/2006/relationships/slideLayout" Target="/ppt/slideLayouts/slideLayout1.xml" Id="Ra4c0150fac9440d5" /><Relationship Type="http://schemas.openxmlformats.org/officeDocument/2006/relationships/slideLayout" Target="/ppt/slideLayouts/slideLayout2.xml" Id="R301897243b1c497b" /><Relationship Type="http://schemas.openxmlformats.org/officeDocument/2006/relationships/slideLayout" Target="/ppt/slideLayouts/slideLayout3.xml" Id="R4b32e7894af54293" /><Relationship Type="http://schemas.openxmlformats.org/officeDocument/2006/relationships/slideLayout" Target="/ppt/slideLayouts/slideLayout4.xml" Id="R9975107e599d4d7b" /><Relationship Type="http://schemas.openxmlformats.org/officeDocument/2006/relationships/slideLayout" Target="/ppt/slideLayouts/slideLayout5.xml" Id="R782dc78fa42a40ee" /><Relationship Type="http://schemas.openxmlformats.org/officeDocument/2006/relationships/slideLayout" Target="/ppt/slideLayouts/slideLayout6.xml" Id="R9c97517229b04bad" /><Relationship Type="http://schemas.openxmlformats.org/officeDocument/2006/relationships/slideLayout" Target="/ppt/slideLayouts/slideLayout7.xml" Id="R53abebce148e474e" /><Relationship Type="http://schemas.openxmlformats.org/officeDocument/2006/relationships/slideLayout" Target="/ppt/slideLayouts/slideLayout8.xml" Id="R3533a2992f344c3e" /><Relationship Type="http://schemas.openxmlformats.org/officeDocument/2006/relationships/slideLayout" Target="/ppt/slideLayouts/slideLayout9.xml" Id="R888d4a1a50824786" /><Relationship Type="http://schemas.openxmlformats.org/officeDocument/2006/relationships/slideLayout" Target="/ppt/slideLayouts/slideLayout10.xml" Id="R584b33f26bc340ae" /><Relationship Type="http://schemas.openxmlformats.org/officeDocument/2006/relationships/slideLayout" Target="/ppt/slideLayouts/slideLayout11.xml" Id="R98f39a2008674d1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0150fac9440d5"/>
    <p:sldLayoutId xmlns:r="http://schemas.openxmlformats.org/officeDocument/2006/relationships" id="2147483650" r:id="R301897243b1c497b"/>
    <p:sldLayoutId xmlns:r="http://schemas.openxmlformats.org/officeDocument/2006/relationships" id="2147483651" r:id="R4b32e7894af54293"/>
    <p:sldLayoutId xmlns:r="http://schemas.openxmlformats.org/officeDocument/2006/relationships" id="2147483652" r:id="R9975107e599d4d7b"/>
    <p:sldLayoutId xmlns:r="http://schemas.openxmlformats.org/officeDocument/2006/relationships" id="2147483653" r:id="R782dc78fa42a40ee"/>
    <p:sldLayoutId xmlns:r="http://schemas.openxmlformats.org/officeDocument/2006/relationships" id="2147483654" r:id="R9c97517229b04bad"/>
    <p:sldLayoutId xmlns:r="http://schemas.openxmlformats.org/officeDocument/2006/relationships" id="2147483655" r:id="R53abebce148e474e"/>
    <p:sldLayoutId xmlns:r="http://schemas.openxmlformats.org/officeDocument/2006/relationships" id="2147483656" r:id="R3533a2992f344c3e"/>
    <p:sldLayoutId xmlns:r="http://schemas.openxmlformats.org/officeDocument/2006/relationships" id="2147483657" r:id="R888d4a1a50824786"/>
    <p:sldLayoutId xmlns:r="http://schemas.openxmlformats.org/officeDocument/2006/relationships" id="2147483658" r:id="R584b33f26bc340ae"/>
    <p:sldLayoutId xmlns:r="http://schemas.openxmlformats.org/officeDocument/2006/relationships" id="2147483659" r:id="R98f39a2008674d1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b438a5d564562" /><Relationship Type="http://schemas.openxmlformats.org/officeDocument/2006/relationships/image" Target="/ppt/media/image.jpeg" Id="Rcc949dd85fbe4dd0" /><Relationship Type="http://schemas.openxmlformats.org/officeDocument/2006/relationships/image" Target="/ppt/media/image.png" Id="R3bd8b47846d54e9c" /><Relationship Type="http://schemas.openxmlformats.org/officeDocument/2006/relationships/image" Target="/ppt/media/image2.png" Id="R19877086f1dd4973" /><Relationship Type="http://schemas.openxmlformats.org/officeDocument/2006/relationships/image" Target="/ppt/media/image3.png" Id="R39e21acb9bee4e7b" /><Relationship Type="http://schemas.openxmlformats.org/officeDocument/2006/relationships/image" Target="/ppt/media/image4.png" Id="R2689134a4d7142f2" /><Relationship Type="http://schemas.openxmlformats.org/officeDocument/2006/relationships/chart" Target="/ppt/slides/charts/chart1.xml" Id="R09bc876622e94277" /><Relationship Type="http://schemas.openxmlformats.org/officeDocument/2006/relationships/notesSlide" Target="/ppt/notesSlides/notesSlide1.xml" Id="Rdc298f84878745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8.839481</c:v>
                </c:pt>
                <c:pt idx="1">
                  <c:v>7.233079</c:v>
                </c:pt>
                <c:pt idx="2">
                  <c:v>10.862548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7.895025</c:v>
                </c:pt>
                <c:pt idx="1">
                  <c:v>6.541878</c:v>
                </c:pt>
                <c:pt idx="2">
                  <c:v>6.451894</c:v>
                </c:pt>
              </c:numCache>
            </c:numRef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Step SD</c:v>
                </c:pt>
                <c:pt idx="1">
                  <c:v>Nominal MAE</c:v>
                </c:pt>
                <c:pt idx="2">
                  <c:v>Within-grid SD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7.113328</c:v>
                </c:pt>
                <c:pt idx="1">
                  <c:v>5.558788</c:v>
                </c:pt>
                <c:pt idx="2">
                  <c:v>4.258168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3AB7AD5-C750-43E6-9987-D9FC5525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0E9B691-504E-4542-AE24-5E2CDC9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D600650-347D-4859-A47D-5C189D6C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FE35E694-D84C-4AAA-B8BD-FE0AA05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4539808-5231-4774-9AF4-1FD7F033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2FE4ADD-1F36-4BAF-B1FB-66A7457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A92AA3CC-C25E-4C4B-9E6D-807C263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3B700C08-7290-417F-8CBA-F833BAB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47B84C60-C840-4394-93AA-10418E5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C856A8D-E4BA-4F97-836E-143DC0F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9dd85fbe4d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3992920B-8851-4BEE-B9AF-5DB43881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CC3CA2D6-65F6-4C86-BC13-5445B015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BDBE1DE2-4CEE-40D5-BE37-B792253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3AA61F45-ABD6-479C-9CD5-0888D4F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91837516-A8A2-444E-95A5-142B257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15C52580-7C2A-46D7-B610-B6D04C5E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9445FE87-677B-443D-95B2-651AE862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80EFA8F4-2DE6-4CC6-905B-8D798E53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8b47846d54e9c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BACE6B57-EC22-4547-A197-9424FBA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4C409FF0-F73A-46CC-AD9E-89A4A87C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77086f1dd4973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CA1E017A-873E-4C98-8B7D-750117B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D6C4C5FA-F998-4051-9B7A-670B05B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86278901-7621-4CAD-9163-59B96A2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21acb9bee4e7b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AA9AE82C-42AA-449C-A665-590C660E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AD8BAF58-E302-46D8-80B9-CD208F6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9134a4d7142f2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DD6665C8-6305-4913-9278-F1A3AD5D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5E199DB9-FEB3-4BA6-AC9D-56B718E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971425C4-6956-485D-8E4A-1D62F2C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361E534C-2D18-4846-A719-AFBAF09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U-Net context [1], anti-aliasing [2] and bounded PSF correction. It uses 25 kernels at 20× and one calibrated 50× kernel.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Coarse contours [3] initialize geometric LSC [4]. Each pillar uses 720 radial directions and three center refinements. The absolute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7A8A09CC-14C3-49AD-808C-D54BB59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C6A1D946-DFB0-4173-82AB-05117F5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A2B254C1-8DDE-4944-822E-978549C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D9C9FA26-57DB-4C0A-9DA5-F1531CC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C830FE32-B14F-4A6A-9192-3D7B455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BB4F851B-BB15-4118-95B9-A836AD2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D6B66215-628B-4ADC-860F-02A7C53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bc876622e94277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577C40D6-DF3B-46FB-9CD6-A5DA401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788B8A20-5F24-4B44-94E6-925F096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D099AEB5-D8AF-4041-BA9A-B315874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874747873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2026-09-29T15:38:29.2770000Z</dcterms:created>
  <dcterms:modified xsi:type="dcterms:W3CDTF">2026-09-29T15:38:29.2770000Z</dcterms:modified>
</coreProperties>
</file>