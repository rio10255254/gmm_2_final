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103d15b87499a" /><Relationship Type="http://schemas.openxmlformats.org/officeDocument/2006/relationships/extended-properties" Target="/docProps/app.xml" Id="Rf81025d4b1af425b" /><Relationship Type="http://schemas.openxmlformats.org/officeDocument/2006/relationships/officeDocument" Target="/ppt/presentation.xml" Id="R79eb55061067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e550101384291"/>
  </p:sldMasterIdLst>
  <p:notesMasterIdLst>
    <p:notesMasterId xmlns:r="http://schemas.openxmlformats.org/officeDocument/2006/relationships" r:id="Rfad9d85ec9794eaa"/>
  </p:notesMasterIdLst>
  <p:sldIdLst>
    <p:sldId xmlns:r="http://schemas.openxmlformats.org/officeDocument/2006/relationships" id="256" r:id="R0e224a239d054c62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a272d5813347c4" /><Relationship Type="http://schemas.openxmlformats.org/officeDocument/2006/relationships/slideMaster" Target="/ppt/slideMasters/slideMaster1.xml" Id="R3ffe550101384291" /><Relationship Type="http://schemas.openxmlformats.org/officeDocument/2006/relationships/notesMaster" Target="/ppt/notesMasters/notesMaster1.xml" Id="Rfad9d85ec9794eaa" /><Relationship Type="http://schemas.openxmlformats.org/officeDocument/2006/relationships/presProps" Target="/ppt/presProps.xml" Id="Ra52a806a8ecf47a0" /><Relationship Type="http://schemas.openxmlformats.org/officeDocument/2006/relationships/viewProps" Target="/ppt/viewProps.xml" Id="Rd285efa6abfc4da6" /><Relationship Type="http://schemas.openxmlformats.org/officeDocument/2006/relationships/tableStyles" Target="/ppt/tableStyles.xml" Id="R55195600961b44a6" /><Relationship Type="http://schemas.openxmlformats.org/officeDocument/2006/relationships/slide" Target="/ppt/slides/slide1.xml" Id="R0e224a239d05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90e3319f3d45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58fe8cf2834ee0" /><Relationship Type="http://schemas.openxmlformats.org/officeDocument/2006/relationships/notesMaster" Target="/ppt/notesMasters/notesMaster1.xml" Id="Rbc60374cdae14f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ee3c1a16344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7f113487e48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29545da4944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99d8c9cb245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fde4c3cf041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0a0662bfe40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6d898219d4d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a79541fb741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e56ff6b82467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d8bf1a7e14d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17c604e8475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8638C67-C80C-49A3-A9E5-745D863EAB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508C0B08-B987-4508-812E-054D07FABD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9E55172-DCFC-4A97-B426-8E63DEDE9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173B55B-95A0-4C46-8AE6-BE83B609C3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DA12B9F-8838-43A5-8589-C9D3AC2A2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DFDF729-A0BE-4242-990E-D0BD5663A8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029195D-5FA4-458F-860B-2735DA90F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63511EF-49E0-4417-ABFA-4DFBA4F251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202E0220-A768-4CDA-AFFB-3E9D1A2478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C32E3F-02BB-4B91-BB96-9178F80A1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733D932F-F476-4B5A-9C32-AE12A5578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F8B4373-E817-47C6-9C00-C153FF6E0F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706B9814-8121-4D36-BF5C-25EBC074133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62151B7D-D14E-4FEE-95E5-A8C66546C72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AAE1056-043C-4124-BB50-96D4D93050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E1BCA-C6B6-4C52-82AB-AB10E80E4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13E6BDF-E070-4FED-8F04-3FE00C60B3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AA7FF8B-E04A-4F62-A4E1-2ACAB9D923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8E9206D-3373-4294-AB43-83ED9591D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FE173494-733D-495B-A37D-B43F696AB2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8B4E5882-6CC3-4FB9-9A4F-6AF11E5217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D8F08DF-A644-4AF0-9260-4C1824280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DF500F0-B816-4564-9668-933C414413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6DEBBDF-593A-4460-9E71-93E6C9AEE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6BA078B-CDE9-4BE5-874F-D54B58763F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9c81fc1735420c" /><Relationship Type="http://schemas.openxmlformats.org/officeDocument/2006/relationships/slideLayout" Target="/ppt/slideLayouts/slideLayout1.xml" Id="R4414417feb0c463f" /><Relationship Type="http://schemas.openxmlformats.org/officeDocument/2006/relationships/slideLayout" Target="/ppt/slideLayouts/slideLayout2.xml" Id="Rab5a87abd1b84c31" /><Relationship Type="http://schemas.openxmlformats.org/officeDocument/2006/relationships/slideLayout" Target="/ppt/slideLayouts/slideLayout3.xml" Id="Rca4b159faf884348" /><Relationship Type="http://schemas.openxmlformats.org/officeDocument/2006/relationships/slideLayout" Target="/ppt/slideLayouts/slideLayout4.xml" Id="R37ae9aa812324e36" /><Relationship Type="http://schemas.openxmlformats.org/officeDocument/2006/relationships/slideLayout" Target="/ppt/slideLayouts/slideLayout5.xml" Id="Rf8a36a8988fc4397" /><Relationship Type="http://schemas.openxmlformats.org/officeDocument/2006/relationships/slideLayout" Target="/ppt/slideLayouts/slideLayout6.xml" Id="R192c05da90c143a4" /><Relationship Type="http://schemas.openxmlformats.org/officeDocument/2006/relationships/slideLayout" Target="/ppt/slideLayouts/slideLayout7.xml" Id="R5d276a5fe2024af3" /><Relationship Type="http://schemas.openxmlformats.org/officeDocument/2006/relationships/slideLayout" Target="/ppt/slideLayouts/slideLayout8.xml" Id="R788e422b57144cb8" /><Relationship Type="http://schemas.openxmlformats.org/officeDocument/2006/relationships/slideLayout" Target="/ppt/slideLayouts/slideLayout9.xml" Id="R35aefd60507b41e4" /><Relationship Type="http://schemas.openxmlformats.org/officeDocument/2006/relationships/slideLayout" Target="/ppt/slideLayouts/slideLayout10.xml" Id="Rdb7dc75eb488447e" /><Relationship Type="http://schemas.openxmlformats.org/officeDocument/2006/relationships/slideLayout" Target="/ppt/slideLayouts/slideLayout11.xml" Id="R222732a47170492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4417feb0c463f"/>
    <p:sldLayoutId xmlns:r="http://schemas.openxmlformats.org/officeDocument/2006/relationships" id="2147483650" r:id="Rab5a87abd1b84c31"/>
    <p:sldLayoutId xmlns:r="http://schemas.openxmlformats.org/officeDocument/2006/relationships" id="2147483651" r:id="Rca4b159faf884348"/>
    <p:sldLayoutId xmlns:r="http://schemas.openxmlformats.org/officeDocument/2006/relationships" id="2147483652" r:id="R37ae9aa812324e36"/>
    <p:sldLayoutId xmlns:r="http://schemas.openxmlformats.org/officeDocument/2006/relationships" id="2147483653" r:id="Rf8a36a8988fc4397"/>
    <p:sldLayoutId xmlns:r="http://schemas.openxmlformats.org/officeDocument/2006/relationships" id="2147483654" r:id="R192c05da90c143a4"/>
    <p:sldLayoutId xmlns:r="http://schemas.openxmlformats.org/officeDocument/2006/relationships" id="2147483655" r:id="R5d276a5fe2024af3"/>
    <p:sldLayoutId xmlns:r="http://schemas.openxmlformats.org/officeDocument/2006/relationships" id="2147483656" r:id="R788e422b57144cb8"/>
    <p:sldLayoutId xmlns:r="http://schemas.openxmlformats.org/officeDocument/2006/relationships" id="2147483657" r:id="R35aefd60507b41e4"/>
    <p:sldLayoutId xmlns:r="http://schemas.openxmlformats.org/officeDocument/2006/relationships" id="2147483658" r:id="Rdb7dc75eb488447e"/>
    <p:sldLayoutId xmlns:r="http://schemas.openxmlformats.org/officeDocument/2006/relationships" id="2147483659" r:id="R222732a47170492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a74abe79c4c16" /><Relationship Type="http://schemas.openxmlformats.org/officeDocument/2006/relationships/image" Target="/ppt/media/image.jpeg" Id="R059dcdddc4814740" /><Relationship Type="http://schemas.openxmlformats.org/officeDocument/2006/relationships/image" Target="/ppt/media/image.png" Id="Rf785f6e643c54a44" /><Relationship Type="http://schemas.openxmlformats.org/officeDocument/2006/relationships/image" Target="/ppt/media/image2.png" Id="Rf8b537c451ae4ba8" /><Relationship Type="http://schemas.openxmlformats.org/officeDocument/2006/relationships/image" Target="/ppt/media/image3.png" Id="R279e23cc0a994e62" /><Relationship Type="http://schemas.openxmlformats.org/officeDocument/2006/relationships/image" Target="/ppt/media/image4.png" Id="R47604e6396af4953" /><Relationship Type="http://schemas.openxmlformats.org/officeDocument/2006/relationships/chart" Target="/ppt/slides/charts/chart1.xml" Id="R927bd03c25354273" /><Relationship Type="http://schemas.openxmlformats.org/officeDocument/2006/relationships/notesSlide" Target="/ppt/notesSlides/notesSlide1.xml" Id="Rc20cfa501a594b3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5.237896</c:v>
              </c:pt>
              <c:pt idx="1">
                <c:v>5.430076</c:v>
              </c:pt>
              <c:pt idx="2">
                <c:v>14.162182</c:v>
              </c:pt>
              <c:pt idx="3">
                <c:v>10.527768</c:v>
              </c:pt>
            </c:numLit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4.907045</c:v>
              </c:pt>
              <c:pt idx="1">
                <c:v>4.589671</c:v>
              </c:pt>
              <c:pt idx="2">
                <c:v>11.076843</c:v>
              </c:pt>
              <c:pt idx="3">
                <c:v>11.006544</c:v>
              </c:pt>
            </c:numLit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4.722652</c:v>
              </c:pt>
              <c:pt idx="1">
                <c:v>4.547155</c:v>
              </c:pt>
              <c:pt idx="2">
                <c:v>10.754313</c:v>
              </c:pt>
              <c:pt idx="3">
                <c:v>8.429192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CE886BF3-EDFB-467E-9589-97139C97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39DD721-A44B-4368-9808-E00E3120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17BAEF6A-97F2-48BD-A253-2659E4F4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A6786D6A-746F-4372-95F9-846BADCC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4303CFF-02F4-439D-86E1-854A9251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29913BD8-CCA1-4445-9ADE-AE39621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248A719F-D35C-4E17-8599-14ACA90E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1254F7CB-8CFB-40A0-B137-FFB78CD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A77931DA-728F-409D-8F68-52438F1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C96618AC-3F03-461F-84BA-6C5852FC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dcdddc48147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413DD109-9B80-4CAF-93CC-7BAF05E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21D17E64-BD09-4CB4-99E9-F8D67C4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5733CCC3-93B7-46D1-908B-68F978C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D5613E1B-07FE-4D48-A324-6D478A7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primary outcome is one standard deviation from 30 locked single-step displacements in each condition.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EB7F5032-83FA-4F9A-9614-1067141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E3D896FC-ACF7-4856-B4AE-87885A86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9C9C4AED-4840-49C9-A618-A2B06F3E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5f6e643c54a44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4096969A-BBC1-40E1-B259-776AAEA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24581E7E-C7F1-4511-9FFA-922E7411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537c451ae4ba8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13E4CB72-881A-45D9-9F6C-9C42880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40A1395E-ECEE-4BA0-89B3-B233EAED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2A5BA278-2A29-4B23-B70C-F1AB4E38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e23cc0a994e62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A61728ED-36C5-4D59-B34B-8736CD6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2804D02A-2BA9-43F6-A36D-0547FAD9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04e6396af4953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B98E8DD2-7CEF-4DEB-9C0F-940F32C4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8F934B54-F44C-49B2-A0BC-0E872C84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DEC1745E-47B1-4BBE-A7F7-FDCF87A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FB82F3C9-463B-4B26-B12A-CB05BB7C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47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The learned weights remain fixed across objectives.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The common reader refines each pillar with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image pair yields nine independent horizontal center shifts. After conversion to object space, their absolute median defines one single-step displacement. The same procedure applies to all three image methods.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9CF623E6-7AA9-4358-9673-88F3D73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5FDC2568-2687-4664-9C28-C4675275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9764221F-6391-429A-9239-B8B9370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1062001E-F0F7-450A-A732-0E79FA4C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89060BEF-03F1-4A68-B70F-F9D5A761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A1487106-91E7-4B6A-9AFE-823F849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7bd03c25354273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E3A3E3E9-4A95-4577-80E9-D776F3D7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B472D8E1-9D02-4425-906D-0A685002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7F4039F0-9D5E-4D5A-A9E9-47568DD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000">
                      <a:solidFill>
                        <a:srgbClr val="D0D0D0"/>
                      </a:solidFill>
                    </a:lnB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C368EF14-B53F-4120-AC70-E49994C4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A8B6869B-A5AD-4DB9-BB51-8286FDB4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7C39204D-1806-4F67-82E6-0BCDB32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494139611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2026-09-29T16:59:17.0660000Z</dcterms:created>
  <dcterms:modified xsi:type="dcterms:W3CDTF">2026-09-29T16:59:17.0660000Z</dcterms:modified>
</coreProperties>
</file>