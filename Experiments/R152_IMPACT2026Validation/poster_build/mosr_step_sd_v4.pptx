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3b995c080472e" /><Relationship Type="http://schemas.openxmlformats.org/officeDocument/2006/relationships/extended-properties" Target="/docProps/app.xml" Id="R808d1f438b3b4f36" /><Relationship Type="http://schemas.openxmlformats.org/officeDocument/2006/relationships/officeDocument" Target="/ppt/presentation.xml" Id="R52a9c0755fa3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77af3c7314f68"/>
  </p:sldMasterIdLst>
  <p:notesMasterIdLst>
    <p:notesMasterId xmlns:r="http://schemas.openxmlformats.org/officeDocument/2006/relationships" r:id="Rc9acaed027324b93"/>
  </p:notesMasterIdLst>
  <p:sldIdLst>
    <p:sldId xmlns:r="http://schemas.openxmlformats.org/officeDocument/2006/relationships" id="256" r:id="Rfe96f8736c724df4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918f4df71486c" /><Relationship Type="http://schemas.openxmlformats.org/officeDocument/2006/relationships/slideMaster" Target="/ppt/slideMasters/slideMaster1.xml" Id="Rf7c77af3c7314f68" /><Relationship Type="http://schemas.openxmlformats.org/officeDocument/2006/relationships/notesMaster" Target="/ppt/notesMasters/notesMaster1.xml" Id="Rc9acaed027324b93" /><Relationship Type="http://schemas.openxmlformats.org/officeDocument/2006/relationships/presProps" Target="/ppt/presProps.xml" Id="R4ab638f2f1284150" /><Relationship Type="http://schemas.openxmlformats.org/officeDocument/2006/relationships/viewProps" Target="/ppt/viewProps.xml" Id="R9a567382962f437b" /><Relationship Type="http://schemas.openxmlformats.org/officeDocument/2006/relationships/tableStyles" Target="/ppt/tableStyles.xml" Id="R12c2b40012984d4d" /><Relationship Type="http://schemas.openxmlformats.org/officeDocument/2006/relationships/slide" Target="/ppt/slides/slide1.xml" Id="Rfe96f8736c72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03807d8c0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b1e6c17694acd" /><Relationship Type="http://schemas.openxmlformats.org/officeDocument/2006/relationships/notesMaster" Target="/ppt/notesMasters/notesMaster1.xml" Id="Rca72b68a50bd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4a41ae57a4b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d2c9de62a48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964014a4b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6c393b2f741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251d251d941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8d1dc53e54d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7c1452caf40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a0455f0cb45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d2381b4b845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c2d42f2404e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cc204dcb64b5d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B525EF9-FDF9-4DFE-AD22-B8E8BEF5DD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D9C35C32-F397-4386-9EF1-E70632116C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BF95947-3BBC-4BED-8F35-8928E22B5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B863C7C-134C-4F9B-AE52-2A74028790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BC993D-705E-43D7-A9C9-36E49ACA1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F2553F2-9AF0-4B48-BC3B-28E197E43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10368C-4CD9-45AB-9D03-248B89139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1C2A066-68FA-43F1-9FDA-FAB1C79A98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076167A-A3E1-448D-93E5-2F8418EE61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271BF3-B420-4184-8AFD-48CC8AD01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72D691D-0CB7-4716-A0D0-C1871CE5E6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3A624384-6AF7-49A6-A7E5-1CD59C6A9B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F021D392-D1BB-49B4-A68F-6064A8456C3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19AA04B9-C125-4968-BE07-F995E4B324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97EC73A-A55B-4FF5-AB2A-3B5998CE2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E26BA02-490E-48F0-B9E0-30C25FB78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FE31F04-A4A7-4B8A-9316-007F5F971C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1C7A61-5ECF-4D46-9DBC-892B0D82B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81C447C-4E4F-4CC0-A9DA-CB5C4F6A0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A1444857-1F7C-44B7-865C-2C86FC6F46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3730F8B-D600-4CCE-862F-C42003229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9F30D65-1E85-421A-8AE9-0132CCD59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3190210-7BAD-4904-AA25-8EFDFF97F2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5EEBDB6D-710A-4880-9969-10C4C20A6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E6D7C346-E6D7-426F-BFF1-9D819CB5A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3c284d9ba545fe" /><Relationship Type="http://schemas.openxmlformats.org/officeDocument/2006/relationships/slideLayout" Target="/ppt/slideLayouts/slideLayout1.xml" Id="R5206e639ea23492e" /><Relationship Type="http://schemas.openxmlformats.org/officeDocument/2006/relationships/slideLayout" Target="/ppt/slideLayouts/slideLayout2.xml" Id="Re08525df522546d0" /><Relationship Type="http://schemas.openxmlformats.org/officeDocument/2006/relationships/slideLayout" Target="/ppt/slideLayouts/slideLayout3.xml" Id="Rd0491186d4844b92" /><Relationship Type="http://schemas.openxmlformats.org/officeDocument/2006/relationships/slideLayout" Target="/ppt/slideLayouts/slideLayout4.xml" Id="Rbd4744af9fa94af8" /><Relationship Type="http://schemas.openxmlformats.org/officeDocument/2006/relationships/slideLayout" Target="/ppt/slideLayouts/slideLayout5.xml" Id="R05ef48d5487046e6" /><Relationship Type="http://schemas.openxmlformats.org/officeDocument/2006/relationships/slideLayout" Target="/ppt/slideLayouts/slideLayout6.xml" Id="Ra1d4f2dd2c924351" /><Relationship Type="http://schemas.openxmlformats.org/officeDocument/2006/relationships/slideLayout" Target="/ppt/slideLayouts/slideLayout7.xml" Id="Rdf904e7f2160466b" /><Relationship Type="http://schemas.openxmlformats.org/officeDocument/2006/relationships/slideLayout" Target="/ppt/slideLayouts/slideLayout8.xml" Id="R7c8bc03c9a1b4228" /><Relationship Type="http://schemas.openxmlformats.org/officeDocument/2006/relationships/slideLayout" Target="/ppt/slideLayouts/slideLayout9.xml" Id="R2e2dcb7348b64e5a" /><Relationship Type="http://schemas.openxmlformats.org/officeDocument/2006/relationships/slideLayout" Target="/ppt/slideLayouts/slideLayout10.xml" Id="R85f1518aeb664842" /><Relationship Type="http://schemas.openxmlformats.org/officeDocument/2006/relationships/slideLayout" Target="/ppt/slideLayouts/slideLayout11.xml" Id="R750db1213c76497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6e639ea23492e"/>
    <p:sldLayoutId xmlns:r="http://schemas.openxmlformats.org/officeDocument/2006/relationships" id="2147483650" r:id="Re08525df522546d0"/>
    <p:sldLayoutId xmlns:r="http://schemas.openxmlformats.org/officeDocument/2006/relationships" id="2147483651" r:id="Rd0491186d4844b92"/>
    <p:sldLayoutId xmlns:r="http://schemas.openxmlformats.org/officeDocument/2006/relationships" id="2147483652" r:id="Rbd4744af9fa94af8"/>
    <p:sldLayoutId xmlns:r="http://schemas.openxmlformats.org/officeDocument/2006/relationships" id="2147483653" r:id="R05ef48d5487046e6"/>
    <p:sldLayoutId xmlns:r="http://schemas.openxmlformats.org/officeDocument/2006/relationships" id="2147483654" r:id="Ra1d4f2dd2c924351"/>
    <p:sldLayoutId xmlns:r="http://schemas.openxmlformats.org/officeDocument/2006/relationships" id="2147483655" r:id="Rdf904e7f2160466b"/>
    <p:sldLayoutId xmlns:r="http://schemas.openxmlformats.org/officeDocument/2006/relationships" id="2147483656" r:id="R7c8bc03c9a1b4228"/>
    <p:sldLayoutId xmlns:r="http://schemas.openxmlformats.org/officeDocument/2006/relationships" id="2147483657" r:id="R2e2dcb7348b64e5a"/>
    <p:sldLayoutId xmlns:r="http://schemas.openxmlformats.org/officeDocument/2006/relationships" id="2147483658" r:id="R85f1518aeb664842"/>
    <p:sldLayoutId xmlns:r="http://schemas.openxmlformats.org/officeDocument/2006/relationships" id="2147483659" r:id="R750db1213c76497a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69dd141c34a5a" /><Relationship Type="http://schemas.openxmlformats.org/officeDocument/2006/relationships/image" Target="/ppt/media/image.jpeg" Id="R72d11868ad654d32" /><Relationship Type="http://schemas.openxmlformats.org/officeDocument/2006/relationships/image" Target="/ppt/media/image.png" Id="R97cbe3ec338940e0" /><Relationship Type="http://schemas.openxmlformats.org/officeDocument/2006/relationships/image" Target="/ppt/media/image2.png" Id="R7234ff1937134a0a" /><Relationship Type="http://schemas.openxmlformats.org/officeDocument/2006/relationships/image" Target="/ppt/media/image3.png" Id="R9baeed3e24db40fa" /><Relationship Type="http://schemas.openxmlformats.org/officeDocument/2006/relationships/image" Target="/ppt/media/image4.png" Id="Rc7bda564da9f4335" /><Relationship Type="http://schemas.openxmlformats.org/officeDocument/2006/relationships/chart" Target="/ppt/slides/charts/chart1.xml" Id="R24ad547781244a90" /><Relationship Type="http://schemas.openxmlformats.org/officeDocument/2006/relationships/notesSlide" Target="/ppt/notesSlides/notesSlide1.xml" Id="R96e32855326c472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5.237896</c:v>
              </c:pt>
              <c:pt idx="1">
                <c:v>5.430076</c:v>
              </c:pt>
              <c:pt idx="2">
                <c:v>14.162182</c:v>
              </c:pt>
              <c:pt idx="3">
                <c:v>10.527768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4.907045</c:v>
              </c:pt>
              <c:pt idx="1">
                <c:v>4.589671</c:v>
              </c:pt>
              <c:pt idx="2">
                <c:v>11.076843</c:v>
              </c:pt>
              <c:pt idx="3">
                <c:v>11.006544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4.722652</c:v>
              </c:pt>
              <c:pt idx="1">
                <c:v>4.547155</c:v>
              </c:pt>
              <c:pt idx="2">
                <c:v>10.754313</c:v>
              </c:pt>
              <c:pt idx="3">
                <c:v>8.429192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56CE311-59E7-427A-A496-C7F409FF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EE5BE96-8435-4829-BF10-D1D4DC3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14623ED5-DE4C-4F40-9B13-BF060FE1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03461EC7-4C4D-4AD6-B85B-03E2B1E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BE8EFB3-544F-4CF0-AF73-CB61DC8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4C08EA6B-D8D1-4BA6-BCDB-2316E069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A580D9D-EA9C-4352-9096-F8E0359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EBB01C97-AA68-45DD-A023-9F62ACE5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2062D85C-E6DD-4CEE-A4B5-CC07666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468FD97-8565-425D-A927-BDD910E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11868ad654d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790AAC4B-9E5E-48E0-8267-841E20D5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5B6F8DF3-DD9C-4872-A53C-452219B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37AA104E-A0E3-4081-91E6-88DD86E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BA656FB4-2FC4-41CF-A0B6-98C0E05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FAFB3D15-3A44-49DD-938F-3D7602B3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721BAF95-6992-43D9-9C90-2838614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E563D6A6-1C5F-46B4-A5A9-E1213B9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be3ec338940e0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09F93C31-D87A-4FDC-AD49-50C7C9C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66CAC7F4-FB14-40EB-B55A-AA87AC12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ff1937134a0a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A057EF17-476D-4907-A34F-971723D9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759EDEE7-5009-4529-B98B-1123331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2C87457D-D19F-4D50-9312-1FD0D3F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ed3e24db40fa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BD97C2EE-406A-4DFB-B8DC-77AE1DA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7650BC56-78E9-4130-B625-681EC87A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da564da9f4335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1457D913-D203-4601-AB60-2135E75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E4EC3527-0374-480E-B347-E52928E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931186D-D6A5-44CA-B1E8-47AB3334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FC545374-BBFB-4542-BCC2-D373452D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078125"/>
            <a:ext cx="13875000" cy="50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Each pillar uses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pair yields nine horizontal pillar-center shifts. Their median, converted to object space and taken in absolute value, defines one single-step displacement. All three image methods use the same procedure.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5F37702C-429A-42FC-9CF6-45A6B9F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08EAC1CB-4244-4B65-AC2B-29549E20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7A2711DE-21EC-4C38-98DF-9E2388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36FF45C6-3B90-48A2-9A40-E7768CF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931D5D86-8E20-4E15-BBCD-362C98CC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21DAD847-4BF8-443F-9753-19F0CE3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ad547781244a90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ADACD4D2-8337-4240-B9C4-F938B58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490BAA31-73E4-4218-9780-A576C39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CA8E918A-E4F8-4FB1-B16C-F216E46D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12ADB3C5-0CA1-4D6F-A0D7-F022947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7F54716A-6D74-493F-89A3-6B926654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0008560F-F5F6-4752-8477-84BE6BB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669609009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2026-09-29T17:05:56.2630000Z</dcterms:created>
  <dcterms:modified xsi:type="dcterms:W3CDTF">2026-09-29T17:05:56.2630000Z</dcterms:modified>
</coreProperties>
</file>