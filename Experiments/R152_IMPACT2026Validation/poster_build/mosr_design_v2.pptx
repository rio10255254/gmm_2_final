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88e07a5a454f2f" /><Relationship Type="http://schemas.openxmlformats.org/officeDocument/2006/relationships/extended-properties" Target="/docProps/app.xml" Id="R5c3dc57deddc4720" /><Relationship Type="http://schemas.openxmlformats.org/officeDocument/2006/relationships/officeDocument" Target="/ppt/presentation.xml" Id="Re0ef266c00be4d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11d2bc75fc4cdf"/>
  </p:sldMasterIdLst>
  <p:notesMasterIdLst>
    <p:notesMasterId xmlns:r="http://schemas.openxmlformats.org/officeDocument/2006/relationships" r:id="Rc223f00bfc6340c0"/>
  </p:notesMasterIdLst>
  <p:sldIdLst>
    <p:sldId xmlns:r="http://schemas.openxmlformats.org/officeDocument/2006/relationships" id="256" r:id="R9f7994c2e5e14080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2f23e3dafe4ace" /><Relationship Type="http://schemas.openxmlformats.org/officeDocument/2006/relationships/slideMaster" Target="/ppt/slideMasters/slideMaster1.xml" Id="R4011d2bc75fc4cdf" /><Relationship Type="http://schemas.openxmlformats.org/officeDocument/2006/relationships/notesMaster" Target="/ppt/notesMasters/notesMaster1.xml" Id="Rc223f00bfc6340c0" /><Relationship Type="http://schemas.openxmlformats.org/officeDocument/2006/relationships/presProps" Target="/ppt/presProps.xml" Id="R95f3f11fed794062" /><Relationship Type="http://schemas.openxmlformats.org/officeDocument/2006/relationships/viewProps" Target="/ppt/viewProps.xml" Id="Rba92286471724046" /><Relationship Type="http://schemas.openxmlformats.org/officeDocument/2006/relationships/tableStyles" Target="/ppt/tableStyles.xml" Id="R8376934ca02e449a" /><Relationship Type="http://schemas.openxmlformats.org/officeDocument/2006/relationships/slide" Target="/ppt/slides/slide1.xml" Id="R9f7994c2e5e140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fe959dbdf641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ab33becf54fda" /><Relationship Type="http://schemas.openxmlformats.org/officeDocument/2006/relationships/notesMaster" Target="/ppt/notesMasters/notesMaster1.xml" Id="R249dadb87e844f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IMPACT2026 TW0243. Public model name: MOSR. This poster presents an updated evaluation at a nominal 1 micrometer step. The 20x condition uses one complete 31-frame evaluation scan; the 50x condition uses its fixed prior list of 30 adjacent-frame pairs. Conditions are reported separately. All methods use the same image pairs, identities, scale and center-estimation procedure within each condition. Fig. 2 is a functional overview, not an isolated-component efficacy result. Fig. 3 uses measured boundary points and a fitted center from the displayed 20x MOSR field. The curves contain all 30 observed displacements per condition and method, minus nominal 1000 nm for display; no per-method centering, detrending or smoothing is applied. Sources for method context: Ronneberger et al., MICCAI 2015; Zhang, ICML 2019; Chan and Vese, IEEE TIP 2001; Chernov and Lesort, JMIV 2005.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e65082f6e44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28d52691c40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e3ff8807b40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387bc112b47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d2e4a65ee4c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d0a3ded2349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23b43a9114d0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79467063443b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e4caa956e42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133f40b5b4fc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f8037ed9a48e7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97573f79e04fc4" /><Relationship Type="http://schemas.openxmlformats.org/officeDocument/2006/relationships/slideLayout" Target="/ppt/slideLayouts/slideLayout1.xml" Id="R196aecf818024b07" /><Relationship Type="http://schemas.openxmlformats.org/officeDocument/2006/relationships/slideLayout" Target="/ppt/slideLayouts/slideLayout2.xml" Id="R0c82f8e95d044d4b" /><Relationship Type="http://schemas.openxmlformats.org/officeDocument/2006/relationships/slideLayout" Target="/ppt/slideLayouts/slideLayout3.xml" Id="R2ed5e112ac9d41b8" /><Relationship Type="http://schemas.openxmlformats.org/officeDocument/2006/relationships/slideLayout" Target="/ppt/slideLayouts/slideLayout4.xml" Id="R15fe38156438499d" /><Relationship Type="http://schemas.openxmlformats.org/officeDocument/2006/relationships/slideLayout" Target="/ppt/slideLayouts/slideLayout5.xml" Id="R6c7523cc325143b2" /><Relationship Type="http://schemas.openxmlformats.org/officeDocument/2006/relationships/slideLayout" Target="/ppt/slideLayouts/slideLayout6.xml" Id="Rcff92af3dc024127" /><Relationship Type="http://schemas.openxmlformats.org/officeDocument/2006/relationships/slideLayout" Target="/ppt/slideLayouts/slideLayout7.xml" Id="Rd8bd6f3f05264442" /><Relationship Type="http://schemas.openxmlformats.org/officeDocument/2006/relationships/slideLayout" Target="/ppt/slideLayouts/slideLayout8.xml" Id="R595d213f55a84e44" /><Relationship Type="http://schemas.openxmlformats.org/officeDocument/2006/relationships/slideLayout" Target="/ppt/slideLayouts/slideLayout9.xml" Id="R8343c9cde52b4108" /><Relationship Type="http://schemas.openxmlformats.org/officeDocument/2006/relationships/slideLayout" Target="/ppt/slideLayouts/slideLayout10.xml" Id="Rb8944213614047bc" /><Relationship Type="http://schemas.openxmlformats.org/officeDocument/2006/relationships/slideLayout" Target="/ppt/slideLayouts/slideLayout11.xml" Id="R97a7f473fdd4401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aecf818024b07"/>
    <p:sldLayoutId xmlns:r="http://schemas.openxmlformats.org/officeDocument/2006/relationships" id="2147483650" r:id="R0c82f8e95d044d4b"/>
    <p:sldLayoutId xmlns:r="http://schemas.openxmlformats.org/officeDocument/2006/relationships" id="2147483651" r:id="R2ed5e112ac9d41b8"/>
    <p:sldLayoutId xmlns:r="http://schemas.openxmlformats.org/officeDocument/2006/relationships" id="2147483652" r:id="R15fe38156438499d"/>
    <p:sldLayoutId xmlns:r="http://schemas.openxmlformats.org/officeDocument/2006/relationships" id="2147483653" r:id="R6c7523cc325143b2"/>
    <p:sldLayoutId xmlns:r="http://schemas.openxmlformats.org/officeDocument/2006/relationships" id="2147483654" r:id="Rcff92af3dc024127"/>
    <p:sldLayoutId xmlns:r="http://schemas.openxmlformats.org/officeDocument/2006/relationships" id="2147483655" r:id="Rd8bd6f3f05264442"/>
    <p:sldLayoutId xmlns:r="http://schemas.openxmlformats.org/officeDocument/2006/relationships" id="2147483656" r:id="R595d213f55a84e44"/>
    <p:sldLayoutId xmlns:r="http://schemas.openxmlformats.org/officeDocument/2006/relationships" id="2147483657" r:id="R8343c9cde52b4108"/>
    <p:sldLayoutId xmlns:r="http://schemas.openxmlformats.org/officeDocument/2006/relationships" id="2147483658" r:id="Rb8944213614047bc"/>
    <p:sldLayoutId xmlns:r="http://schemas.openxmlformats.org/officeDocument/2006/relationships" id="2147483659" r:id="R97a7f473fdd44014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e44ede0ee4aa9" /><Relationship Type="http://schemas.openxmlformats.org/officeDocument/2006/relationships/image" Target="/ppt/media/image.jpeg" Id="R4002c8392a314684" /><Relationship Type="http://schemas.openxmlformats.org/officeDocument/2006/relationships/image" Target="/ppt/media/image.png" Id="R15a25b94dcd54ef2" /><Relationship Type="http://schemas.openxmlformats.org/officeDocument/2006/relationships/image" Target="/ppt/media/image2.png" Id="R00bedace7de94ff9" /><Relationship Type="http://schemas.openxmlformats.org/officeDocument/2006/relationships/image" Target="/ppt/media/image3.png" Id="R750511afa2b14e22" /><Relationship Type="http://schemas.openxmlformats.org/officeDocument/2006/relationships/image" Target="/ppt/media/image4.png" Id="R5c0c8f3b687945c3" /><Relationship Type="http://schemas.openxmlformats.org/officeDocument/2006/relationships/image" Target="/ppt/media/image5.png" Id="R107731e490f24b29" /><Relationship Type="http://schemas.openxmlformats.org/officeDocument/2006/relationships/chart" Target="/ppt/slides/charts/chart1.xml" Id="Rc24733b149d8475b" /><Relationship Type="http://schemas.openxmlformats.org/officeDocument/2006/relationships/chart" Target="/ppt/slides/charts/chart2.xml" Id="R7294f8e896da4326" /><Relationship Type="http://schemas.openxmlformats.org/officeDocument/2006/relationships/notesSlide" Target="/ppt/notesSlides/notesSlide1.xml" Id="Rf33563b2dbb1423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-5.500603</c:v>
              </c:pt>
              <c:pt idx="1">
                <c:v>-5.908449</c:v>
              </c:pt>
              <c:pt idx="2">
                <c:v>2.69955</c:v>
              </c:pt>
              <c:pt idx="3">
                <c:v>4.106944</c:v>
              </c:pt>
              <c:pt idx="4">
                <c:v>8.655457</c:v>
              </c:pt>
              <c:pt idx="5">
                <c:v>2.396533</c:v>
              </c:pt>
              <c:pt idx="6">
                <c:v>-8.565548</c:v>
              </c:pt>
              <c:pt idx="7">
                <c:v>0.508422</c:v>
              </c:pt>
              <c:pt idx="8">
                <c:v>12.650861</c:v>
              </c:pt>
              <c:pt idx="9">
                <c:v>-5.735517</c:v>
              </c:pt>
              <c:pt idx="10">
                <c:v>11.784784</c:v>
              </c:pt>
              <c:pt idx="11">
                <c:v>-26.069287</c:v>
              </c:pt>
              <c:pt idx="12">
                <c:v>5.606411</c:v>
              </c:pt>
              <c:pt idx="13">
                <c:v>10.025318</c:v>
              </c:pt>
              <c:pt idx="14">
                <c:v>-11.478591</c:v>
              </c:pt>
              <c:pt idx="15">
                <c:v>20.234999</c:v>
              </c:pt>
              <c:pt idx="16">
                <c:v>-8.759684</c:v>
              </c:pt>
              <c:pt idx="17">
                <c:v>-4.175094</c:v>
              </c:pt>
              <c:pt idx="18">
                <c:v>10.560885</c:v>
              </c:pt>
              <c:pt idx="19">
                <c:v>-5.878099</c:v>
              </c:pt>
              <c:pt idx="20">
                <c:v>4.019884</c:v>
              </c:pt>
              <c:pt idx="21">
                <c:v>3.772859</c:v>
              </c:pt>
              <c:pt idx="22">
                <c:v>4.2599</c:v>
              </c:pt>
              <c:pt idx="23">
                <c:v>0.617848</c:v>
              </c:pt>
              <c:pt idx="24">
                <c:v>7.136656</c:v>
              </c:pt>
              <c:pt idx="25">
                <c:v>0.218938</c:v>
              </c:pt>
              <c:pt idx="26">
                <c:v>9.489033</c:v>
              </c:pt>
              <c:pt idx="27">
                <c:v>11.02197</c:v>
              </c:pt>
              <c:pt idx="28">
                <c:v>-10.847007</c:v>
              </c:pt>
              <c:pt idx="29">
                <c:v>9.775089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1.216177</c:v>
              </c:pt>
              <c:pt idx="1">
                <c:v>2.717153</c:v>
              </c:pt>
              <c:pt idx="2">
                <c:v>-5.017586</c:v>
              </c:pt>
              <c:pt idx="3">
                <c:v>-4.797491</c:v>
              </c:pt>
              <c:pt idx="4">
                <c:v>-6.494276</c:v>
              </c:pt>
              <c:pt idx="5">
                <c:v>8.034867</c:v>
              </c:pt>
              <c:pt idx="6">
                <c:v>2.334531</c:v>
              </c:pt>
              <c:pt idx="7">
                <c:v>-0.051228</c:v>
              </c:pt>
              <c:pt idx="8">
                <c:v>-4.941241</c:v>
              </c:pt>
              <c:pt idx="9">
                <c:v>-2.722</c:v>
              </c:pt>
              <c:pt idx="10">
                <c:v>5.586717</c:v>
              </c:pt>
              <c:pt idx="11">
                <c:v>6.563323</c:v>
              </c:pt>
              <c:pt idx="12">
                <c:v>2.912163</c:v>
              </c:pt>
              <c:pt idx="13">
                <c:v>2.068432</c:v>
              </c:pt>
              <c:pt idx="14">
                <c:v>-1.430616</c:v>
              </c:pt>
              <c:pt idx="15">
                <c:v>2.43275</c:v>
              </c:pt>
              <c:pt idx="16">
                <c:v>17.393</c:v>
              </c:pt>
              <c:pt idx="17">
                <c:v>9.439032</c:v>
              </c:pt>
              <c:pt idx="18">
                <c:v>7.841508</c:v>
              </c:pt>
              <c:pt idx="19">
                <c:v>-1.531477</c:v>
              </c:pt>
              <c:pt idx="20">
                <c:v>2.702926</c:v>
              </c:pt>
              <c:pt idx="21">
                <c:v>-0.045107</c:v>
              </c:pt>
              <c:pt idx="22">
                <c:v>12.382601</c:v>
              </c:pt>
              <c:pt idx="23">
                <c:v>-0.034985</c:v>
              </c:pt>
              <c:pt idx="24">
                <c:v>0.03399</c:v>
              </c:pt>
              <c:pt idx="25">
                <c:v>-3.439241</c:v>
              </c:pt>
              <c:pt idx="26">
                <c:v>11.283227</c:v>
              </c:pt>
              <c:pt idx="27">
                <c:v>-2.529997</c:v>
              </c:pt>
              <c:pt idx="28">
                <c:v>1.623318</c:v>
              </c:pt>
              <c:pt idx="29">
                <c:v>-5.178834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-3.227868</c:v>
              </c:pt>
              <c:pt idx="1">
                <c:v>2.710964</c:v>
              </c:pt>
              <c:pt idx="2">
                <c:v>-2.745939</c:v>
              </c:pt>
              <c:pt idx="3">
                <c:v>-10.368061</c:v>
              </c:pt>
              <c:pt idx="4">
                <c:v>-3.924594</c:v>
              </c:pt>
              <c:pt idx="5">
                <c:v>9.661482</c:v>
              </c:pt>
              <c:pt idx="6">
                <c:v>-1.869753</c:v>
              </c:pt>
              <c:pt idx="7">
                <c:v>-3.653498</c:v>
              </c:pt>
              <c:pt idx="8">
                <c:v>2.079089</c:v>
              </c:pt>
              <c:pt idx="9">
                <c:v>1.76388</c:v>
              </c:pt>
              <c:pt idx="10">
                <c:v>-0.209511</c:v>
              </c:pt>
              <c:pt idx="11">
                <c:v>6.087434</c:v>
              </c:pt>
              <c:pt idx="12">
                <c:v>0.209496</c:v>
              </c:pt>
              <c:pt idx="13">
                <c:v>2.521649</c:v>
              </c:pt>
              <c:pt idx="14">
                <c:v>4.634937</c:v>
              </c:pt>
              <c:pt idx="15">
                <c:v>5.615431</c:v>
              </c:pt>
              <c:pt idx="16">
                <c:v>0.258603</c:v>
              </c:pt>
              <c:pt idx="17">
                <c:v>1.537293</c:v>
              </c:pt>
              <c:pt idx="18">
                <c:v>1.837462</c:v>
              </c:pt>
              <c:pt idx="19">
                <c:v>1.170726</c:v>
              </c:pt>
              <c:pt idx="20">
                <c:v>1.593509</c:v>
              </c:pt>
              <c:pt idx="21">
                <c:v>1.493215</c:v>
              </c:pt>
              <c:pt idx="22">
                <c:v>5.060378</c:v>
              </c:pt>
              <c:pt idx="23">
                <c:v>-2.324919</c:v>
              </c:pt>
              <c:pt idx="24">
                <c:v>8.597368</c:v>
              </c:pt>
              <c:pt idx="25">
                <c:v>4.286585</c:v>
              </c:pt>
              <c:pt idx="26">
                <c:v>0.363105</c:v>
              </c:pt>
              <c:pt idx="27">
                <c:v>5.261717</c:v>
              </c:pt>
              <c:pt idx="28">
                <c:v>4.081247</c:v>
              </c:pt>
              <c:pt idx="29">
                <c:v>1.123131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2.686368</c:v>
              </c:pt>
              <c:pt idx="1">
                <c:v>9.182534</c:v>
              </c:pt>
              <c:pt idx="2">
                <c:v>2.138453</c:v>
              </c:pt>
              <c:pt idx="3">
                <c:v>19.038464</c:v>
              </c:pt>
              <c:pt idx="4">
                <c:v>7.55241</c:v>
              </c:pt>
              <c:pt idx="5">
                <c:v>8.292485</c:v>
              </c:pt>
              <c:pt idx="6">
                <c:v>1.938353</c:v>
              </c:pt>
              <c:pt idx="7">
                <c:v>0.169756</c:v>
              </c:pt>
              <c:pt idx="8">
                <c:v>12.516923</c:v>
              </c:pt>
              <c:pt idx="9">
                <c:v>-7.524604</c:v>
              </c:pt>
              <c:pt idx="10">
                <c:v>7.555743</c:v>
              </c:pt>
              <c:pt idx="11">
                <c:v>-6.01632</c:v>
              </c:pt>
              <c:pt idx="12">
                <c:v>2.937759</c:v>
              </c:pt>
              <c:pt idx="13">
                <c:v>4.849974</c:v>
              </c:pt>
              <c:pt idx="14">
                <c:v>-1.991931</c:v>
              </c:pt>
              <c:pt idx="15">
                <c:v>7.006504</c:v>
              </c:pt>
              <c:pt idx="16">
                <c:v>10.385565</c:v>
              </c:pt>
              <c:pt idx="17">
                <c:v>4.370432</c:v>
              </c:pt>
              <c:pt idx="18">
                <c:v>-4.605217</c:v>
              </c:pt>
              <c:pt idx="19">
                <c:v>1.729503</c:v>
              </c:pt>
              <c:pt idx="20">
                <c:v>6.639988</c:v>
              </c:pt>
              <c:pt idx="21">
                <c:v>2.952791</c:v>
              </c:pt>
              <c:pt idx="22">
                <c:v>1.565323</c:v>
              </c:pt>
              <c:pt idx="23">
                <c:v>-1.842113</c:v>
              </c:pt>
              <c:pt idx="24">
                <c:v>11.002118</c:v>
              </c:pt>
              <c:pt idx="25">
                <c:v>7.265897</c:v>
              </c:pt>
              <c:pt idx="26">
                <c:v>-3.046962</c:v>
              </c:pt>
              <c:pt idx="27">
                <c:v>12.251693</c:v>
              </c:pt>
              <c:pt idx="28">
                <c:v>1.922943</c:v>
              </c:pt>
              <c:pt idx="29">
                <c:v>4.484335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0.776912</c:v>
              </c:pt>
              <c:pt idx="1">
                <c:v>9.592831</c:v>
              </c:pt>
              <c:pt idx="2">
                <c:v>0.733851</c:v>
              </c:pt>
              <c:pt idx="3">
                <c:v>9.536013</c:v>
              </c:pt>
              <c:pt idx="4">
                <c:v>6.043761</c:v>
              </c:pt>
              <c:pt idx="5">
                <c:v>8.937796</c:v>
              </c:pt>
              <c:pt idx="6">
                <c:v>5.038577</c:v>
              </c:pt>
              <c:pt idx="7">
                <c:v>-2.234989</c:v>
              </c:pt>
              <c:pt idx="8">
                <c:v>8.741583</c:v>
              </c:pt>
              <c:pt idx="9">
                <c:v>-9.188174</c:v>
              </c:pt>
              <c:pt idx="10">
                <c:v>4.837024</c:v>
              </c:pt>
              <c:pt idx="11">
                <c:v>2.31548</c:v>
              </c:pt>
              <c:pt idx="12">
                <c:v>0.548453</c:v>
              </c:pt>
              <c:pt idx="13">
                <c:v>0.922328</c:v>
              </c:pt>
              <c:pt idx="14">
                <c:v>1.656364</c:v>
              </c:pt>
              <c:pt idx="15">
                <c:v>7.469376</c:v>
              </c:pt>
              <c:pt idx="16">
                <c:v>8.894075</c:v>
              </c:pt>
              <c:pt idx="17">
                <c:v>1.793953</c:v>
              </c:pt>
              <c:pt idx="18">
                <c:v>-7.004938</c:v>
              </c:pt>
              <c:pt idx="19">
                <c:v>0.586654</c:v>
              </c:pt>
              <c:pt idx="20">
                <c:v>6.626341</c:v>
              </c:pt>
              <c:pt idx="21">
                <c:v>1.477375</c:v>
              </c:pt>
              <c:pt idx="22">
                <c:v>1.980899</c:v>
              </c:pt>
              <c:pt idx="23">
                <c:v>2.507699</c:v>
              </c:pt>
              <c:pt idx="24">
                <c:v>3.572485</c:v>
              </c:pt>
              <c:pt idx="25">
                <c:v>8.726712</c:v>
              </c:pt>
              <c:pt idx="26">
                <c:v>3.90271</c:v>
              </c:pt>
              <c:pt idx="27">
                <c:v>10.370118</c:v>
              </c:pt>
              <c:pt idx="28">
                <c:v>7.791488</c:v>
              </c:pt>
              <c:pt idx="29">
                <c:v>4.299462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0.680232</c:v>
              </c:pt>
              <c:pt idx="1">
                <c:v>12.242885</c:v>
              </c:pt>
              <c:pt idx="2">
                <c:v>1.863735</c:v>
              </c:pt>
              <c:pt idx="3">
                <c:v>12.564694</c:v>
              </c:pt>
              <c:pt idx="4">
                <c:v>5.435655</c:v>
              </c:pt>
              <c:pt idx="5">
                <c:v>7.208391</c:v>
              </c:pt>
              <c:pt idx="6">
                <c:v>4.623323</c:v>
              </c:pt>
              <c:pt idx="7">
                <c:v>-1.305476</c:v>
              </c:pt>
              <c:pt idx="8">
                <c:v>7.424037</c:v>
              </c:pt>
              <c:pt idx="9">
                <c:v>-7.976704</c:v>
              </c:pt>
              <c:pt idx="10">
                <c:v>3.492664</c:v>
              </c:pt>
              <c:pt idx="11">
                <c:v>-1.536607</c:v>
              </c:pt>
              <c:pt idx="12">
                <c:v>0.768757</c:v>
              </c:pt>
              <c:pt idx="13">
                <c:v>0.782678</c:v>
              </c:pt>
              <c:pt idx="14">
                <c:v>-0.286744</c:v>
              </c:pt>
              <c:pt idx="15">
                <c:v>4.945026</c:v>
              </c:pt>
              <c:pt idx="16">
                <c:v>9.192739</c:v>
              </c:pt>
              <c:pt idx="17">
                <c:v>1.055709</c:v>
              </c:pt>
              <c:pt idx="18">
                <c:v>-5.153098</c:v>
              </c:pt>
              <c:pt idx="19">
                <c:v>-0.645551</c:v>
              </c:pt>
              <c:pt idx="20">
                <c:v>6.037578</c:v>
              </c:pt>
              <c:pt idx="21">
                <c:v>0.465356</c:v>
              </c:pt>
              <c:pt idx="22">
                <c:v>4.159249</c:v>
              </c:pt>
              <c:pt idx="23">
                <c:v>3.294079</c:v>
              </c:pt>
              <c:pt idx="24">
                <c:v>2.30634</c:v>
              </c:pt>
              <c:pt idx="25">
                <c:v>6.304203</c:v>
              </c:pt>
              <c:pt idx="26">
                <c:v>2.782126</c:v>
              </c:pt>
              <c:pt idx="27">
                <c:v>8.773705</c:v>
              </c:pt>
              <c:pt idx="28">
                <c:v>3.920411</c:v>
              </c:pt>
              <c:pt idx="29">
                <c:v>2.086435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9113" y="8037677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12" y="8000176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489062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41250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61" y="500011"/>
            <a:ext cx="31388190" cy="6900152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25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8250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3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3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00" y="1846875"/>
            <a:ext cx="3796875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 TW0243</a:t>
            </a:r>
            <a:endParaRPr sz="2800" b="1" i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91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2c8392a3146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1261" y="857832"/>
            <a:ext cx="2512555" cy="84376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138" name="authors">
            <a:extLst xmlns:a="http://schemas.openxmlformats.org/drawingml/2006/main">
              <a:ext uri="{FF2B5EF4-FFF2-40B4-BE49-F238E27FC236}">
                <a16:creationId xmlns:a16="http://schemas.microsoft.com/office/drawing/2014/main" id="{7C560146-A588-4DE1-ABC6-9A4EC5E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139" name="affiliation">
            <a:extLst xmlns:a="http://schemas.openxmlformats.org/drawingml/2006/main">
              <a:ext uri="{FF2B5EF4-FFF2-40B4-BE49-F238E27FC236}">
                <a16:creationId xmlns:a16="http://schemas.microsoft.com/office/drawing/2014/main" id="{4B58E497-D617-4651-AC11-183415DF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140" name="contact">
            <a:extLst xmlns:a="http://schemas.openxmlformats.org/drawingml/2006/main">
              <a:ext uri="{FF2B5EF4-FFF2-40B4-BE49-F238E27FC236}">
                <a16:creationId xmlns:a16="http://schemas.microsoft.com/office/drawing/2014/main" id="{A503939C-0E8E-4CEE-AF56-B779163B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141" name="intro_body">
            <a:extLst xmlns:a="http://schemas.openxmlformats.org/drawingml/2006/main">
              <a:ext uri="{FF2B5EF4-FFF2-40B4-BE49-F238E27FC236}">
                <a16:creationId xmlns:a16="http://schemas.microsoft.com/office/drawing/2014/main" id="{EE268E32-3518-4213-B517-7E11D04B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Micro-displacement inspection requires image features that can be located consistently when the objective changes. Optical blur and pixel sampling affect the boundary signals used to estimate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calibrated optical guidance, anti-aliased multiscale features [1,2] and bounded correction on the original pixel grid. One fixed set of reconstruction weights serves 20× and 50×. We test its measurement benefit using the same circle-center procedure for Raw, fixed Wiener and MOSR.</a:t>
            </a:r>
          </a:p>
        </p:txBody>
      </p:sp>
      <p:sp>
        <p:nvSpPr>
          <p:cNvPr id="3142" name="raw_label">
            <a:extLst xmlns:a="http://schemas.openxmlformats.org/drawingml/2006/main">
              <a:ext uri="{FF2B5EF4-FFF2-40B4-BE49-F238E27FC236}">
                <a16:creationId xmlns:a16="http://schemas.microsoft.com/office/drawing/2014/main" id="{609848D0-B4CE-4E04-B28D-13BDA090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75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43" name="mosr_label">
            <a:extLst xmlns:a="http://schemas.openxmlformats.org/drawingml/2006/main">
              <a:ext uri="{FF2B5EF4-FFF2-40B4-BE49-F238E27FC236}">
                <a16:creationId xmlns:a16="http://schemas.microsoft.com/office/drawing/2014/main" id="{6FEA7324-7CA4-4980-B64A-2D9B8175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00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44" name="mag-20x">
            <a:extLst xmlns:a="http://schemas.openxmlformats.org/drawingml/2006/main">
              <a:ext uri="{FF2B5EF4-FFF2-40B4-BE49-F238E27FC236}">
                <a16:creationId xmlns:a16="http://schemas.microsoft.com/office/drawing/2014/main" id="{CC97164A-D0C9-4AA8-B736-4A2346BF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457812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25b94dcd54ef2"/>
          <a:stretch xmlns:a="http://schemas.openxmlformats.org/drawingml/2006/main"/>
        </p:blipFill>
        <p:spPr>
          <a:xfrm xmlns:a="http://schemas.openxmlformats.org/drawingml/2006/main">
            <a:off x="234375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6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0530189E-186F-4F68-B120-1E4D553B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4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47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807BCDD8-3FE0-4344-B537-DEF324D6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94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edace7de94ff9"/>
          <a:stretch xmlns:a="http://schemas.openxmlformats.org/drawingml/2006/main"/>
        </p:blipFill>
        <p:spPr>
          <a:xfrm xmlns:a="http://schemas.openxmlformats.org/drawingml/2006/main">
            <a:off x="937500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9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B36EB41B-4592-4DDC-94B5-86D15D0C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69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0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838C38D0-821C-44C3-9FAC-22FF4AA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819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1" name="mag-50x">
            <a:extLst xmlns:a="http://schemas.openxmlformats.org/drawingml/2006/main">
              <a:ext uri="{FF2B5EF4-FFF2-40B4-BE49-F238E27FC236}">
                <a16:creationId xmlns:a16="http://schemas.microsoft.com/office/drawing/2014/main" id="{2E765920-3552-42E8-981D-BF37E958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935937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511afa2b14e22"/>
          <a:stretch xmlns:a="http://schemas.openxmlformats.org/drawingml/2006/main"/>
        </p:blipFill>
        <p:spPr>
          <a:xfrm xmlns:a="http://schemas.openxmlformats.org/drawingml/2006/main">
            <a:off x="234375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3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8DF63F05-520A-412B-98A5-83578E0E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78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4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4ED4C2A5-744A-4A1A-8B8F-22DA271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28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c8f3b687945c3"/>
          <a:stretch xmlns:a="http://schemas.openxmlformats.org/drawingml/2006/main"/>
        </p:blipFill>
        <p:spPr>
          <a:xfrm xmlns:a="http://schemas.openxmlformats.org/drawingml/2006/main">
            <a:off x="937500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6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26C5EB0A-8700-4F8E-8403-DE759D4E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03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7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1BDDACC1-766D-4AA9-BE4F-05C3BEF1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53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8" name="figure1_caption">
            <a:extLst xmlns:a="http://schemas.openxmlformats.org/drawingml/2006/main">
              <a:ext uri="{FF2B5EF4-FFF2-40B4-BE49-F238E27FC236}">
                <a16:creationId xmlns:a16="http://schemas.microsoft.com/office/drawing/2014/main" id="{B5B53514-61B5-44FA-86BF-427BEC0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4093750"/>
            <a:ext cx="13875000" cy="7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Corresponding Raw and MOSR fields at both objectives. Paired images share the crop and grayscale range. Scale bars: 2 µm.</a:t>
            </a:r>
          </a:p>
        </p:txBody>
      </p:sp>
      <p:sp>
        <p:nvSpPr>
          <p:cNvPr id="3159" name="model_heading">
            <a:extLst xmlns:a="http://schemas.openxmlformats.org/drawingml/2006/main">
              <a:ext uri="{FF2B5EF4-FFF2-40B4-BE49-F238E27FC236}">
                <a16:creationId xmlns:a16="http://schemas.microsoft.com/office/drawing/2014/main" id="{FC0BA8FD-F7E8-4C81-9A81-A278C27D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6343750"/>
            <a:ext cx="1387500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Optically guided reconstruction on the native grid</a:t>
            </a:r>
          </a:p>
        </p:txBody>
      </p:sp>
      <p:sp>
        <p:nvSpPr>
          <p:cNvPr id="3160" name="model_input">
            <a:extLst xmlns:a="http://schemas.openxmlformats.org/drawingml/2006/main">
              <a:ext uri="{FF2B5EF4-FFF2-40B4-BE49-F238E27FC236}">
                <a16:creationId xmlns:a16="http://schemas.microsoft.com/office/drawing/2014/main" id="{6DC9395C-64C7-47D9-A23C-1F9DE295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27281250"/>
            <a:ext cx="215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161" name="model_context">
            <a:extLst xmlns:a="http://schemas.openxmlformats.org/drawingml/2006/main">
              <a:ext uri="{FF2B5EF4-FFF2-40B4-BE49-F238E27FC236}">
                <a16:creationId xmlns:a16="http://schemas.microsoft.com/office/drawing/2014/main" id="{EC62456A-1698-4D35-8525-0E3FD03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500" y="27281250"/>
            <a:ext cx="30937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Anti-aliased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U-Net context</a:t>
            </a:r>
          </a:p>
        </p:txBody>
      </p:sp>
      <p:sp>
        <p:nvSpPr>
          <p:cNvPr id="3162" name="model_native">
            <a:extLst xmlns:a="http://schemas.openxmlformats.org/drawingml/2006/main">
              <a:ext uri="{FF2B5EF4-FFF2-40B4-BE49-F238E27FC236}">
                <a16:creationId xmlns:a16="http://schemas.microsoft.com/office/drawing/2014/main" id="{4AF3F1E0-D4C2-41D8-9000-487099A4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500" y="27281250"/>
            <a:ext cx="290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Native-grid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refinement stages</a:t>
            </a:r>
          </a:p>
        </p:txBody>
      </p:sp>
      <p:sp>
        <p:nvSpPr>
          <p:cNvPr id="3163" name="model_output">
            <a:extLst xmlns:a="http://schemas.openxmlformats.org/drawingml/2006/main">
              <a:ext uri="{FF2B5EF4-FFF2-40B4-BE49-F238E27FC236}">
                <a16:creationId xmlns:a16="http://schemas.microsoft.com/office/drawing/2014/main" id="{7508F951-0DB8-4B84-942F-CB543541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000" y="27281250"/>
            <a:ext cx="2531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Input-referenced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bounded output</a:t>
            </a:r>
          </a:p>
        </p:txBody>
      </p:sp>
      <p:sp>
        <p:nvSpPr>
          <p:cNvPr id="3164" name="model_optical">
            <a:extLst xmlns:a="http://schemas.openxmlformats.org/drawingml/2006/main">
              <a:ext uri="{FF2B5EF4-FFF2-40B4-BE49-F238E27FC236}">
                <a16:creationId xmlns:a16="http://schemas.microsoft.com/office/drawing/2014/main" id="{338EDB8F-A4DA-4005-8496-464E71FC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50" y="29484375"/>
            <a:ext cx="4500000" cy="98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Calibrated optical guidance</a:t>
            </a:r>
          </a:p>
        </p:txBody>
      </p:sp>
      <p:sp>
        <p:nvSpPr>
          <p:cNvPr id="3165" name="model_bounded_addition">
            <a:extLst xmlns:a="http://schemas.openxmlformats.org/drawingml/2006/main">
              <a:ext uri="{FF2B5EF4-FFF2-40B4-BE49-F238E27FC236}">
                <a16:creationId xmlns:a16="http://schemas.microsoft.com/office/drawing/2014/main" id="{84A163FF-9F9A-42FB-8FF8-BC79B570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000" y="27656250"/>
            <a:ext cx="562500" cy="5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cxnSp>
        <p:nvCxnSpPr>
          <p:cNvPr id="3320" name=""/>
          <p:cNvCxnSpPr>
            <a:stCxn xmlns:a="http://schemas.openxmlformats.org/drawingml/2006/main" id="3160" idx="3"/>
            <a:endCxn xmlns:a="http://schemas.openxmlformats.org/drawingml/2006/main" id="3161" idx="1"/>
          </p:cNvCxnSpPr>
          <p:nvPr/>
        </p:nvCxnSpPr>
        <p:spPr>
          <a:xfrm xmlns:a="http://schemas.openxmlformats.org/drawingml/2006/main">
            <a:off x="3375000" y="27937500"/>
            <a:ext cx="93750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1" name=""/>
          <p:cNvCxnSpPr>
            <a:stCxn xmlns:a="http://schemas.openxmlformats.org/drawingml/2006/main" id="3161" idx="3"/>
            <a:endCxn xmlns:a="http://schemas.openxmlformats.org/drawingml/2006/main" id="3162" idx="1"/>
          </p:cNvCxnSpPr>
          <p:nvPr/>
        </p:nvCxnSpPr>
        <p:spPr>
          <a:xfrm xmlns:a="http://schemas.openxmlformats.org/drawingml/2006/main">
            <a:off x="7406250" y="27937500"/>
            <a:ext cx="103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2" name=""/>
          <p:cNvCxnSpPr>
            <a:stCxn xmlns:a="http://schemas.openxmlformats.org/drawingml/2006/main" id="3162" idx="3"/>
            <a:endCxn xmlns:a="http://schemas.openxmlformats.org/drawingml/2006/main" id="3165" idx="2"/>
          </p:cNvCxnSpPr>
          <p:nvPr/>
        </p:nvCxnSpPr>
        <p:spPr>
          <a:xfrm xmlns:a="http://schemas.openxmlformats.org/drawingml/2006/main">
            <a:off x="11343750" y="27937500"/>
            <a:ext cx="2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3" name=""/>
          <p:cNvCxnSpPr>
            <a:stCxn xmlns:a="http://schemas.openxmlformats.org/drawingml/2006/main" id="3165" idx="6"/>
            <a:endCxn xmlns:a="http://schemas.openxmlformats.org/drawingml/2006/main" id="3163" idx="1"/>
          </p:cNvCxnSpPr>
          <p:nvPr/>
        </p:nvCxnSpPr>
        <p:spPr>
          <a:xfrm xmlns:a="http://schemas.openxmlformats.org/drawingml/2006/main" flipV="1">
            <a:off x="12187500" y="27937500"/>
            <a:ext cx="18750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4" name=""/>
          <p:cNvCxnSpPr>
            <a:stCxn xmlns:a="http://schemas.openxmlformats.org/drawingml/2006/main" id="3164" idx="0"/>
            <a:endCxn xmlns:a="http://schemas.openxmlformats.org/drawingml/2006/main" id="3161" idx="2"/>
          </p:cNvCxnSpPr>
          <p:nvPr/>
        </p:nvCxnSpPr>
        <p:spPr>
          <a:xfrm xmlns:a="http://schemas.openxmlformats.org/drawingml/2006/main" flipH="1" flipV="1">
            <a:off x="5859375" y="28593750"/>
            <a:ext cx="1734375" cy="8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171" name="optical_route">
            <a:extLst xmlns:a="http://schemas.openxmlformats.org/drawingml/2006/main">
              <a:ext uri="{FF2B5EF4-FFF2-40B4-BE49-F238E27FC236}">
                <a16:creationId xmlns:a16="http://schemas.microsoft.com/office/drawing/2014/main" id="{1461EAF7-C503-40D2-BC57-94E29F6E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563" y="29976563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6" name=""/>
          <p:cNvCxnSpPr>
            <a:stCxn xmlns:a="http://schemas.openxmlformats.org/drawingml/2006/main" id="3164" idx="3"/>
            <a:endCxn xmlns:a="http://schemas.openxmlformats.org/drawingml/2006/main" id="3171" idx="1"/>
          </p:cNvCxnSpPr>
          <p:nvPr/>
        </p:nvCxnSpPr>
        <p:spPr>
          <a:xfrm xmlns:a="http://schemas.openxmlformats.org/drawingml/2006/main">
            <a:off x="9843750" y="29976563"/>
            <a:ext cx="2057813" cy="468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none" w="med" len="med"/>
          </a:ln>
        </p:spPr>
      </p:cxnSp>
      <p:cxnSp>
        <p:nvCxnSpPr>
          <p:cNvPr id="3327" name=""/>
          <p:cNvCxnSpPr>
            <a:stCxn xmlns:a="http://schemas.openxmlformats.org/drawingml/2006/main" id="3171" idx="0"/>
            <a:endCxn xmlns:a="http://schemas.openxmlformats.org/drawingml/2006/main" id="3165" idx="4"/>
          </p:cNvCxnSpPr>
          <p:nvPr/>
        </p:nvCxnSpPr>
        <p:spPr>
          <a:xfrm xmlns:a="http://schemas.openxmlformats.org/drawingml/2006/main" flipH="1" flipV="1">
            <a:off x="11906250" y="28218750"/>
            <a:ext cx="0" cy="1757813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174" name="reference_route_a">
            <a:extLst xmlns:a="http://schemas.openxmlformats.org/drawingml/2006/main">
              <a:ext uri="{FF2B5EF4-FFF2-40B4-BE49-F238E27FC236}">
                <a16:creationId xmlns:a16="http://schemas.microsoft.com/office/drawing/2014/main" id="{30BFC2B2-9657-434C-B607-BD7361D4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8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5" name="reference_route_b">
            <a:extLst xmlns:a="http://schemas.openxmlformats.org/drawingml/2006/main">
              <a:ext uri="{FF2B5EF4-FFF2-40B4-BE49-F238E27FC236}">
                <a16:creationId xmlns:a16="http://schemas.microsoft.com/office/drawing/2014/main" id="{2E8DCD56-75A1-4CCF-8E02-85CDA58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593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0" name=""/>
          <p:cNvCxnSpPr>
            <a:stCxn xmlns:a="http://schemas.openxmlformats.org/drawingml/2006/main" id="3160" idx="2"/>
            <a:endCxn xmlns:a="http://schemas.openxmlformats.org/drawingml/2006/main" id="3174" idx="0"/>
          </p:cNvCxnSpPr>
          <p:nvPr/>
        </p:nvCxnSpPr>
        <p:spPr>
          <a:xfrm xmlns:a="http://schemas.openxmlformats.org/drawingml/2006/main">
            <a:off x="2296875" y="28593750"/>
            <a:ext cx="0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none" w="med" len="med"/>
          </a:ln>
        </p:spPr>
      </p:cxnSp>
      <p:cxnSp>
        <p:nvCxnSpPr>
          <p:cNvPr id="3331" name=""/>
          <p:cNvCxnSpPr>
            <a:stCxn xmlns:a="http://schemas.openxmlformats.org/drawingml/2006/main" id="3174" idx="3"/>
            <a:endCxn xmlns:a="http://schemas.openxmlformats.org/drawingml/2006/main" id="3175" idx="1"/>
          </p:cNvCxnSpPr>
          <p:nvPr/>
        </p:nvCxnSpPr>
        <p:spPr>
          <a:xfrm xmlns:a="http://schemas.openxmlformats.org/drawingml/2006/main">
            <a:off x="2301563" y="31171875"/>
            <a:ext cx="1133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none" w="med" len="med"/>
          </a:ln>
        </p:spPr>
      </p:cxnSp>
      <p:cxnSp>
        <p:nvCxnSpPr>
          <p:cNvPr id="3332" name=""/>
          <p:cNvCxnSpPr>
            <a:stCxn xmlns:a="http://schemas.openxmlformats.org/drawingml/2006/main" id="3175" idx="0"/>
            <a:endCxn xmlns:a="http://schemas.openxmlformats.org/drawingml/2006/main" id="3163" idx="2"/>
          </p:cNvCxnSpPr>
          <p:nvPr/>
        </p:nvCxnSpPr>
        <p:spPr>
          <a:xfrm xmlns:a="http://schemas.openxmlformats.org/drawingml/2006/main" flipH="1" flipV="1">
            <a:off x="13640625" y="28593750"/>
            <a:ext cx="1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arrow" w="med" len="med"/>
          </a:ln>
        </p:spPr>
      </p:cxnSp>
      <p:sp>
        <p:nvSpPr>
          <p:cNvPr id="3179" name="reference_label">
            <a:extLst xmlns:a="http://schemas.openxmlformats.org/drawingml/2006/main">
              <a:ext uri="{FF2B5EF4-FFF2-40B4-BE49-F238E27FC236}">
                <a16:creationId xmlns:a16="http://schemas.microsoft.com/office/drawing/2014/main" id="{EDF358F2-21E9-4AEE-845A-76961116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875" y="30656250"/>
            <a:ext cx="534375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Original-image reference</a:t>
            </a:r>
          </a:p>
        </p:txBody>
      </p:sp>
      <p:sp>
        <p:nvSpPr>
          <p:cNvPr id="3180" name="figure2_caption">
            <a:extLst xmlns:a="http://schemas.openxmlformats.org/drawingml/2006/main">
              <a:ext uri="{FF2B5EF4-FFF2-40B4-BE49-F238E27FC236}">
                <a16:creationId xmlns:a16="http://schemas.microsoft.com/office/drawing/2014/main" id="{C81294E8-338A-4A77-8C4B-F8D55884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500000"/>
            <a:ext cx="1387500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Functional design of MOSR. Calibrated guidance addresses optical variation; anti-aliased features target sampling sensitivity. Refinement and bounded output retain the native image grid.</a:t>
            </a:r>
          </a:p>
        </p:txBody>
      </p:sp>
      <p:sp>
        <p:nvSpPr>
          <p:cNvPr id="3181" name="readout_heading">
            <a:extLst xmlns:a="http://schemas.openxmlformats.org/drawingml/2006/main">
              <a:ext uri="{FF2B5EF4-FFF2-40B4-BE49-F238E27FC236}">
                <a16:creationId xmlns:a16="http://schemas.microsoft.com/office/drawing/2014/main" id="{DB67B12A-1129-4617-82AA-3AECDD7F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3328125"/>
            <a:ext cx="1387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Common readout for Raw, fixed Wiener and MOSR</a:t>
            </a:r>
          </a:p>
        </p:txBody>
      </p:sp>
      <p:pic>
        <p:nvPicPr>
          <p:cNvPr id="3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731e490f24b29"/>
          <a:stretch xmlns:a="http://schemas.openxmlformats.org/drawingml/2006/main"/>
        </p:blipFill>
        <p:spPr>
          <a:xfrm xmlns:a="http://schemas.openxmlformats.org/drawingml/2006/main">
            <a:off x="1312500" y="34453125"/>
            <a:ext cx="2250000" cy="2250000"/>
          </a:xfrm>
          <a:prstGeom xmlns:a="http://schemas.openxmlformats.org/drawingml/2006/main" prst="rect">
            <a:avLst/>
          </a:prstGeom>
        </p:spPr>
      </p:pic>
      <p:sp>
        <p:nvSpPr>
          <p:cNvPr id="3183" name="measured_lsc_circle">
            <a:extLst xmlns:a="http://schemas.openxmlformats.org/drawingml/2006/main">
              <a:ext uri="{FF2B5EF4-FFF2-40B4-BE49-F238E27FC236}">
                <a16:creationId xmlns:a16="http://schemas.microsoft.com/office/drawing/2014/main" id="{0386CD7C-E7D4-45F8-8DDA-B46DD014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068" y="34934182"/>
            <a:ext cx="1270453" cy="127045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313">
            <a:solidFill>
              <a:srgbClr val="111111"/>
            </a:solidFill>
          </a:ln>
        </p:spPr>
      </p:sp>
      <p:sp>
        <p:nvSpPr>
          <p:cNvPr id="3184" name="measured_boundary_point_1">
            <a:extLst xmlns:a="http://schemas.openxmlformats.org/drawingml/2006/main">
              <a:ext uri="{FF2B5EF4-FFF2-40B4-BE49-F238E27FC236}">
                <a16:creationId xmlns:a16="http://schemas.microsoft.com/office/drawing/2014/main" id="{510A3EA1-836F-4567-8369-EE6568B0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56" y="361376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5" name="measured_boundary_point_2">
            <a:extLst xmlns:a="http://schemas.openxmlformats.org/drawingml/2006/main">
              <a:ext uri="{FF2B5EF4-FFF2-40B4-BE49-F238E27FC236}">
                <a16:creationId xmlns:a16="http://schemas.microsoft.com/office/drawing/2014/main" id="{39C1B2A7-19C5-4B77-8587-EC0AAEB5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638" y="361442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6" name="measured_boundary_point_3">
            <a:extLst xmlns:a="http://schemas.openxmlformats.org/drawingml/2006/main">
              <a:ext uri="{FF2B5EF4-FFF2-40B4-BE49-F238E27FC236}">
                <a16:creationId xmlns:a16="http://schemas.microsoft.com/office/drawing/2014/main" id="{6997F461-B72E-4A98-9E6F-CB04383D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830" y="361534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7" name="measured_boundary_point_4">
            <a:extLst xmlns:a="http://schemas.openxmlformats.org/drawingml/2006/main">
              <a:ext uri="{FF2B5EF4-FFF2-40B4-BE49-F238E27FC236}">
                <a16:creationId xmlns:a16="http://schemas.microsoft.com/office/drawing/2014/main" id="{1FD9A561-391E-4C86-8D17-2913D948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22" y="3616914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8" name="measured_boundary_point_5">
            <a:extLst xmlns:a="http://schemas.openxmlformats.org/drawingml/2006/main">
              <a:ext uri="{FF2B5EF4-FFF2-40B4-BE49-F238E27FC236}">
                <a16:creationId xmlns:a16="http://schemas.microsoft.com/office/drawing/2014/main" id="{A2147518-FAA6-46C7-8C28-3FAFD1C3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214" y="361775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9" name="measured_boundary_point_6">
            <a:extLst xmlns:a="http://schemas.openxmlformats.org/drawingml/2006/main">
              <a:ext uri="{FF2B5EF4-FFF2-40B4-BE49-F238E27FC236}">
                <a16:creationId xmlns:a16="http://schemas.microsoft.com/office/drawing/2014/main" id="{0027ACA1-05F7-4BE3-9A3E-FB16549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406" y="3616861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0" name="measured_boundary_point_7">
            <a:extLst xmlns:a="http://schemas.openxmlformats.org/drawingml/2006/main">
              <a:ext uri="{FF2B5EF4-FFF2-40B4-BE49-F238E27FC236}">
                <a16:creationId xmlns:a16="http://schemas.microsoft.com/office/drawing/2014/main" id="{79B1EDDE-C6B4-4A29-B385-618CEE70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598" y="361517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1" name="measured_boundary_point_8">
            <a:extLst xmlns:a="http://schemas.openxmlformats.org/drawingml/2006/main">
              <a:ext uri="{FF2B5EF4-FFF2-40B4-BE49-F238E27FC236}">
                <a16:creationId xmlns:a16="http://schemas.microsoft.com/office/drawing/2014/main" id="{CA4A8213-2B7E-4BD2-9FBA-BC0B4B23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695" y="361424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2" name="measured_boundary_point_9">
            <a:extLst xmlns:a="http://schemas.openxmlformats.org/drawingml/2006/main">
              <a:ext uri="{FF2B5EF4-FFF2-40B4-BE49-F238E27FC236}">
                <a16:creationId xmlns:a16="http://schemas.microsoft.com/office/drawing/2014/main" id="{F522FEAC-FF2B-4587-9272-E82F8163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983" y="3612969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3" name="measured_boundary_point_10">
            <a:extLst xmlns:a="http://schemas.openxmlformats.org/drawingml/2006/main">
              <a:ext uri="{FF2B5EF4-FFF2-40B4-BE49-F238E27FC236}">
                <a16:creationId xmlns:a16="http://schemas.microsoft.com/office/drawing/2014/main" id="{0BFB4B3E-7B0F-46FE-84C1-C93D2C5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29" y="3610760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4" name="measured_boundary_point_11">
            <a:extLst xmlns:a="http://schemas.openxmlformats.org/drawingml/2006/main">
              <a:ext uri="{FF2B5EF4-FFF2-40B4-BE49-F238E27FC236}">
                <a16:creationId xmlns:a16="http://schemas.microsoft.com/office/drawing/2014/main" id="{EA1F84E7-B1FF-4DC1-8CCE-7804ED7B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5" y="3607084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5" name="measured_boundary_point_12">
            <a:extLst xmlns:a="http://schemas.openxmlformats.org/drawingml/2006/main">
              <a:ext uri="{FF2B5EF4-FFF2-40B4-BE49-F238E27FC236}">
                <a16:creationId xmlns:a16="http://schemas.microsoft.com/office/drawing/2014/main" id="{66DFCD1E-3C74-4511-8662-6B13FAD2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69" y="3603131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6" name="measured_boundary_point_13">
            <a:extLst xmlns:a="http://schemas.openxmlformats.org/drawingml/2006/main">
              <a:ext uri="{FF2B5EF4-FFF2-40B4-BE49-F238E27FC236}">
                <a16:creationId xmlns:a16="http://schemas.microsoft.com/office/drawing/2014/main" id="{61FA9AAA-F0B0-41D2-97AE-847AA8C5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297" y="359785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7" name="measured_boundary_point_14">
            <a:extLst xmlns:a="http://schemas.openxmlformats.org/drawingml/2006/main">
              <a:ext uri="{FF2B5EF4-FFF2-40B4-BE49-F238E27FC236}">
                <a16:creationId xmlns:a16="http://schemas.microsoft.com/office/drawing/2014/main" id="{BDE7B636-7221-4126-B01B-54FC1670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908" y="359198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8" name="measured_boundary_point_15">
            <a:extLst xmlns:a="http://schemas.openxmlformats.org/drawingml/2006/main">
              <a:ext uri="{FF2B5EF4-FFF2-40B4-BE49-F238E27FC236}">
                <a16:creationId xmlns:a16="http://schemas.microsoft.com/office/drawing/2014/main" id="{BAA2956A-11E8-4032-B3C3-7B1707A5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551" y="358703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9" name="measured_boundary_point_16">
            <a:extLst xmlns:a="http://schemas.openxmlformats.org/drawingml/2006/main">
              <a:ext uri="{FF2B5EF4-FFF2-40B4-BE49-F238E27FC236}">
                <a16:creationId xmlns:a16="http://schemas.microsoft.com/office/drawing/2014/main" id="{40F6C495-F61F-4E60-806E-ABA1AD83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75" y="3581143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0" name="measured_boundary_point_17">
            <a:extLst xmlns:a="http://schemas.openxmlformats.org/drawingml/2006/main">
              <a:ext uri="{FF2B5EF4-FFF2-40B4-BE49-F238E27FC236}">
                <a16:creationId xmlns:a16="http://schemas.microsoft.com/office/drawing/2014/main" id="{58A96438-91C0-4C20-B168-805F18F7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42" y="3575404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1" name="measured_boundary_point_18">
            <a:extLst xmlns:a="http://schemas.openxmlformats.org/drawingml/2006/main">
              <a:ext uri="{FF2B5EF4-FFF2-40B4-BE49-F238E27FC236}">
                <a16:creationId xmlns:a16="http://schemas.microsoft.com/office/drawing/2014/main" id="{F159F7D2-CD46-4E23-B3E3-4345526F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00" y="3570441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2" name="measured_boundary_point_19">
            <a:extLst xmlns:a="http://schemas.openxmlformats.org/drawingml/2006/main">
              <a:ext uri="{FF2B5EF4-FFF2-40B4-BE49-F238E27FC236}">
                <a16:creationId xmlns:a16="http://schemas.microsoft.com/office/drawing/2014/main" id="{227326A0-E451-4D64-A43F-63D86C90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910" y="3564538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3" name="measured_boundary_point_20">
            <a:extLst xmlns:a="http://schemas.openxmlformats.org/drawingml/2006/main">
              <a:ext uri="{FF2B5EF4-FFF2-40B4-BE49-F238E27FC236}">
                <a16:creationId xmlns:a16="http://schemas.microsoft.com/office/drawing/2014/main" id="{14ED29B3-97EE-446E-92FE-157A357E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36" y="3557957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4" name="measured_boundary_point_21">
            <a:extLst xmlns:a="http://schemas.openxmlformats.org/drawingml/2006/main">
              <a:ext uri="{FF2B5EF4-FFF2-40B4-BE49-F238E27FC236}">
                <a16:creationId xmlns:a16="http://schemas.microsoft.com/office/drawing/2014/main" id="{A3EA6529-44C9-43A3-BFD8-4783ACA3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926" y="355137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5" name="measured_boundary_point_22">
            <a:extLst xmlns:a="http://schemas.openxmlformats.org/drawingml/2006/main">
              <a:ext uri="{FF2B5EF4-FFF2-40B4-BE49-F238E27FC236}">
                <a16:creationId xmlns:a16="http://schemas.microsoft.com/office/drawing/2014/main" id="{152B3912-CD3D-45F7-B851-EB7D8459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87" y="354490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6" name="measured_boundary_point_23">
            <a:extLst xmlns:a="http://schemas.openxmlformats.org/drawingml/2006/main">
              <a:ext uri="{FF2B5EF4-FFF2-40B4-BE49-F238E27FC236}">
                <a16:creationId xmlns:a16="http://schemas.microsoft.com/office/drawing/2014/main" id="{EBCB2A0A-00B5-45EF-89ED-588C0BE8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62" y="3539358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7" name="measured_boundary_point_24">
            <a:extLst xmlns:a="http://schemas.openxmlformats.org/drawingml/2006/main">
              <a:ext uri="{FF2B5EF4-FFF2-40B4-BE49-F238E27FC236}">
                <a16:creationId xmlns:a16="http://schemas.microsoft.com/office/drawing/2014/main" id="{E6313AD9-52CF-4671-90E9-88E01B87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143" y="3533955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8" name="measured_boundary_point_25">
            <a:extLst xmlns:a="http://schemas.openxmlformats.org/drawingml/2006/main">
              <a:ext uri="{FF2B5EF4-FFF2-40B4-BE49-F238E27FC236}">
                <a16:creationId xmlns:a16="http://schemas.microsoft.com/office/drawing/2014/main" id="{6FC18891-568C-4C64-A5A1-5ADDE5B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672" y="3528197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9" name="measured_boundary_point_26">
            <a:extLst xmlns:a="http://schemas.openxmlformats.org/drawingml/2006/main">
              <a:ext uri="{FF2B5EF4-FFF2-40B4-BE49-F238E27FC236}">
                <a16:creationId xmlns:a16="http://schemas.microsoft.com/office/drawing/2014/main" id="{6BAE1DB5-6273-4C24-86E1-275209BF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615" y="3522480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0" name="measured_boundary_point_27">
            <a:extLst xmlns:a="http://schemas.openxmlformats.org/drawingml/2006/main">
              <a:ext uri="{FF2B5EF4-FFF2-40B4-BE49-F238E27FC236}">
                <a16:creationId xmlns:a16="http://schemas.microsoft.com/office/drawing/2014/main" id="{734B620B-6952-42E3-AC24-0B54C31E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272" y="351735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1" name="measured_boundary_point_28">
            <a:extLst xmlns:a="http://schemas.openxmlformats.org/drawingml/2006/main">
              <a:ext uri="{FF2B5EF4-FFF2-40B4-BE49-F238E27FC236}">
                <a16:creationId xmlns:a16="http://schemas.microsoft.com/office/drawing/2014/main" id="{322BCF7D-A1FF-4938-AB1D-2A69AEE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75" y="3512150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2" name="measured_boundary_point_29">
            <a:extLst xmlns:a="http://schemas.openxmlformats.org/drawingml/2006/main">
              <a:ext uri="{FF2B5EF4-FFF2-40B4-BE49-F238E27FC236}">
                <a16:creationId xmlns:a16="http://schemas.microsoft.com/office/drawing/2014/main" id="{E1C3F63B-5804-42D5-B511-AEDE11D0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573" y="3507674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3" name="measured_boundary_point_30">
            <a:extLst xmlns:a="http://schemas.openxmlformats.org/drawingml/2006/main">
              <a:ext uri="{FF2B5EF4-FFF2-40B4-BE49-F238E27FC236}">
                <a16:creationId xmlns:a16="http://schemas.microsoft.com/office/drawing/2014/main" id="{9C576AC0-12F0-4BE3-89E0-9220F725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559" y="350406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4" name="measured_boundary_point_31">
            <a:extLst xmlns:a="http://schemas.openxmlformats.org/drawingml/2006/main">
              <a:ext uri="{FF2B5EF4-FFF2-40B4-BE49-F238E27FC236}">
                <a16:creationId xmlns:a16="http://schemas.microsoft.com/office/drawing/2014/main" id="{F807BA57-1EF9-48DF-B466-A5454705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16" y="3500064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5" name="measured_boundary_point_32">
            <a:extLst xmlns:a="http://schemas.openxmlformats.org/drawingml/2006/main">
              <a:ext uri="{FF2B5EF4-FFF2-40B4-BE49-F238E27FC236}">
                <a16:creationId xmlns:a16="http://schemas.microsoft.com/office/drawing/2014/main" id="{26650426-54BD-4E7B-A083-DB2F316D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746" y="3497989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6" name="measured_boundary_point_33">
            <a:extLst xmlns:a="http://schemas.openxmlformats.org/drawingml/2006/main">
              <a:ext uri="{FF2B5EF4-FFF2-40B4-BE49-F238E27FC236}">
                <a16:creationId xmlns:a16="http://schemas.microsoft.com/office/drawing/2014/main" id="{09D90843-ED95-4ADB-91FA-4618465F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23" y="3496292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7" name="measured_boundary_point_34">
            <a:extLst xmlns:a="http://schemas.openxmlformats.org/drawingml/2006/main">
              <a:ext uri="{FF2B5EF4-FFF2-40B4-BE49-F238E27FC236}">
                <a16:creationId xmlns:a16="http://schemas.microsoft.com/office/drawing/2014/main" id="{2FF630B8-43BA-41F1-9EB2-DA3E12EE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162" y="349309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8" name="measured_boundary_point_35">
            <a:extLst xmlns:a="http://schemas.openxmlformats.org/drawingml/2006/main">
              <a:ext uri="{FF2B5EF4-FFF2-40B4-BE49-F238E27FC236}">
                <a16:creationId xmlns:a16="http://schemas.microsoft.com/office/drawing/2014/main" id="{EDA8F7C1-E19A-4350-95D7-A8B7840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256" y="3491177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9" name="measured_boundary_point_36">
            <a:extLst xmlns:a="http://schemas.openxmlformats.org/drawingml/2006/main">
              <a:ext uri="{FF2B5EF4-FFF2-40B4-BE49-F238E27FC236}">
                <a16:creationId xmlns:a16="http://schemas.microsoft.com/office/drawing/2014/main" id="{38B83CED-7971-442E-8745-0A131C8B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353" y="3490822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0" name="measured_boundary_point_37">
            <a:extLst xmlns:a="http://schemas.openxmlformats.org/drawingml/2006/main">
              <a:ext uri="{FF2B5EF4-FFF2-40B4-BE49-F238E27FC236}">
                <a16:creationId xmlns:a16="http://schemas.microsoft.com/office/drawing/2014/main" id="{E0EC0486-E16F-488C-810E-430C21F2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90" y="349129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1" name="measured_boundary_point_38">
            <a:extLst xmlns:a="http://schemas.openxmlformats.org/drawingml/2006/main">
              <a:ext uri="{FF2B5EF4-FFF2-40B4-BE49-F238E27FC236}">
                <a16:creationId xmlns:a16="http://schemas.microsoft.com/office/drawing/2014/main" id="{72B3A2BA-51D9-4415-8376-D801B985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493" y="3492656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2" name="measured_boundary_point_39">
            <a:extLst xmlns:a="http://schemas.openxmlformats.org/drawingml/2006/main">
              <a:ext uri="{FF2B5EF4-FFF2-40B4-BE49-F238E27FC236}">
                <a16:creationId xmlns:a16="http://schemas.microsoft.com/office/drawing/2014/main" id="{87CB5257-E444-4367-83AA-5E82D54F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889" y="349559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3" name="measured_boundary_point_40">
            <a:extLst xmlns:a="http://schemas.openxmlformats.org/drawingml/2006/main">
              <a:ext uri="{FF2B5EF4-FFF2-40B4-BE49-F238E27FC236}">
                <a16:creationId xmlns:a16="http://schemas.microsoft.com/office/drawing/2014/main" id="{0C107662-F5B3-4526-9F13-C2FF661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178" y="349731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4" name="measured_boundary_point_41">
            <a:extLst xmlns:a="http://schemas.openxmlformats.org/drawingml/2006/main">
              <a:ext uri="{FF2B5EF4-FFF2-40B4-BE49-F238E27FC236}">
                <a16:creationId xmlns:a16="http://schemas.microsoft.com/office/drawing/2014/main" id="{9F8C137F-F1F9-46C2-96E7-F8E969DB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86" y="349879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5" name="measured_boundary_point_42">
            <a:extLst xmlns:a="http://schemas.openxmlformats.org/drawingml/2006/main">
              <a:ext uri="{FF2B5EF4-FFF2-40B4-BE49-F238E27FC236}">
                <a16:creationId xmlns:a16="http://schemas.microsoft.com/office/drawing/2014/main" id="{909D70C1-2776-44C5-8776-08E811F2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518" y="3501859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6" name="measured_boundary_point_43">
            <a:extLst xmlns:a="http://schemas.openxmlformats.org/drawingml/2006/main">
              <a:ext uri="{FF2B5EF4-FFF2-40B4-BE49-F238E27FC236}">
                <a16:creationId xmlns:a16="http://schemas.microsoft.com/office/drawing/2014/main" id="{D13F818B-6779-42DF-B6FE-77139D5E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819" y="350496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7" name="measured_boundary_point_44">
            <a:extLst xmlns:a="http://schemas.openxmlformats.org/drawingml/2006/main">
              <a:ext uri="{FF2B5EF4-FFF2-40B4-BE49-F238E27FC236}">
                <a16:creationId xmlns:a16="http://schemas.microsoft.com/office/drawing/2014/main" id="{FCFA77D3-B614-47B7-AD78-F231AE5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285" y="3508196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8" name="measured_boundary_point_45">
            <a:extLst xmlns:a="http://schemas.openxmlformats.org/drawingml/2006/main">
              <a:ext uri="{FF2B5EF4-FFF2-40B4-BE49-F238E27FC236}">
                <a16:creationId xmlns:a16="http://schemas.microsoft.com/office/drawing/2014/main" id="{08E44982-8947-4F7D-8C88-B278542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282" y="351284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9" name="measured_boundary_point_46">
            <a:extLst xmlns:a="http://schemas.openxmlformats.org/drawingml/2006/main">
              <a:ext uri="{FF2B5EF4-FFF2-40B4-BE49-F238E27FC236}">
                <a16:creationId xmlns:a16="http://schemas.microsoft.com/office/drawing/2014/main" id="{CFE33EB2-2D70-403B-9D00-29BE6B2B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600" y="3517920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0" name="measured_boundary_point_47">
            <a:extLst xmlns:a="http://schemas.openxmlformats.org/drawingml/2006/main">
              <a:ext uri="{FF2B5EF4-FFF2-40B4-BE49-F238E27FC236}">
                <a16:creationId xmlns:a16="http://schemas.microsoft.com/office/drawing/2014/main" id="{5939AEE5-3F15-4946-A0C5-18F56E7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047" y="352359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1" name="measured_boundary_point_48">
            <a:extLst xmlns:a="http://schemas.openxmlformats.org/drawingml/2006/main">
              <a:ext uri="{FF2B5EF4-FFF2-40B4-BE49-F238E27FC236}">
                <a16:creationId xmlns:a16="http://schemas.microsoft.com/office/drawing/2014/main" id="{5345C08E-FB33-4141-8171-6EA5FDC1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370" y="3528217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2" name="measured_boundary_point_49">
            <a:extLst xmlns:a="http://schemas.openxmlformats.org/drawingml/2006/main">
              <a:ext uri="{FF2B5EF4-FFF2-40B4-BE49-F238E27FC236}">
                <a16:creationId xmlns:a16="http://schemas.microsoft.com/office/drawing/2014/main" id="{9DDB34C4-EBF2-429F-AD15-5F3A663B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334" y="353419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3" name="measured_boundary_point_50">
            <a:extLst xmlns:a="http://schemas.openxmlformats.org/drawingml/2006/main">
              <a:ext uri="{FF2B5EF4-FFF2-40B4-BE49-F238E27FC236}">
                <a16:creationId xmlns:a16="http://schemas.microsoft.com/office/drawing/2014/main" id="{8AF1B3EF-D39E-48CB-AEAC-6433F3E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861" y="3540173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4" name="measured_boundary_point_51">
            <a:extLst xmlns:a="http://schemas.openxmlformats.org/drawingml/2006/main">
              <a:ext uri="{FF2B5EF4-FFF2-40B4-BE49-F238E27FC236}">
                <a16:creationId xmlns:a16="http://schemas.microsoft.com/office/drawing/2014/main" id="{65BEE366-FFE1-4075-BFDE-744E7886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982" y="3544616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5" name="measured_boundary_point_52">
            <a:extLst xmlns:a="http://schemas.openxmlformats.org/drawingml/2006/main">
              <a:ext uri="{FF2B5EF4-FFF2-40B4-BE49-F238E27FC236}">
                <a16:creationId xmlns:a16="http://schemas.microsoft.com/office/drawing/2014/main" id="{A1C8F494-3DB4-49A3-AAF7-B2F93192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031" y="35508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6" name="measured_boundary_point_53">
            <a:extLst xmlns:a="http://schemas.openxmlformats.org/drawingml/2006/main">
              <a:ext uri="{FF2B5EF4-FFF2-40B4-BE49-F238E27FC236}">
                <a16:creationId xmlns:a16="http://schemas.microsoft.com/office/drawing/2014/main" id="{4A5A23FC-DA54-4E33-A7FE-A8916BB1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870" y="3557458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7" name="measured_boundary_point_54">
            <a:extLst xmlns:a="http://schemas.openxmlformats.org/drawingml/2006/main">
              <a:ext uri="{FF2B5EF4-FFF2-40B4-BE49-F238E27FC236}">
                <a16:creationId xmlns:a16="http://schemas.microsoft.com/office/drawing/2014/main" id="{ADFA68D6-B062-47B8-891D-1F93356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538" y="356316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8" name="measured_boundary_point_55">
            <a:extLst xmlns:a="http://schemas.openxmlformats.org/drawingml/2006/main">
              <a:ext uri="{FF2B5EF4-FFF2-40B4-BE49-F238E27FC236}">
                <a16:creationId xmlns:a16="http://schemas.microsoft.com/office/drawing/2014/main" id="{702B927B-0805-47BA-8FDE-9727DF67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304" y="3568593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9" name="measured_boundary_point_56">
            <a:extLst xmlns:a="http://schemas.openxmlformats.org/drawingml/2006/main">
              <a:ext uri="{FF2B5EF4-FFF2-40B4-BE49-F238E27FC236}">
                <a16:creationId xmlns:a16="http://schemas.microsoft.com/office/drawing/2014/main" id="{61392714-69E3-48B1-990C-119FB2F8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514" y="357426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0" name="measured_boundary_point_57">
            <a:extLst xmlns:a="http://schemas.openxmlformats.org/drawingml/2006/main">
              <a:ext uri="{FF2B5EF4-FFF2-40B4-BE49-F238E27FC236}">
                <a16:creationId xmlns:a16="http://schemas.microsoft.com/office/drawing/2014/main" id="{3A045A39-7EF6-4333-8A7E-C9B95E3A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211" y="3580291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1" name="measured_boundary_point_58">
            <a:extLst xmlns:a="http://schemas.openxmlformats.org/drawingml/2006/main">
              <a:ext uri="{FF2B5EF4-FFF2-40B4-BE49-F238E27FC236}">
                <a16:creationId xmlns:a16="http://schemas.microsoft.com/office/drawing/2014/main" id="{0A9AE12A-74FE-4A39-8E9D-6CB29741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38" y="358567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2" name="measured_boundary_point_59">
            <a:extLst xmlns:a="http://schemas.openxmlformats.org/drawingml/2006/main">
              <a:ext uri="{FF2B5EF4-FFF2-40B4-BE49-F238E27FC236}">
                <a16:creationId xmlns:a16="http://schemas.microsoft.com/office/drawing/2014/main" id="{D6925311-65F5-4CDB-BB2E-A1AE881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40" y="35904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3" name="measured_boundary_point_60">
            <a:extLst xmlns:a="http://schemas.openxmlformats.org/drawingml/2006/main">
              <a:ext uri="{FF2B5EF4-FFF2-40B4-BE49-F238E27FC236}">
                <a16:creationId xmlns:a16="http://schemas.microsoft.com/office/drawing/2014/main" id="{13E41922-F5BA-4CF0-A176-C0ACE1EA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842" y="359519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4" name="measured_boundary_point_61">
            <a:extLst xmlns:a="http://schemas.openxmlformats.org/drawingml/2006/main">
              <a:ext uri="{FF2B5EF4-FFF2-40B4-BE49-F238E27FC236}">
                <a16:creationId xmlns:a16="http://schemas.microsoft.com/office/drawing/2014/main" id="{FF6F6BDC-ABA5-4BF4-B776-3A9FCE01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46" y="3599808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5" name="measured_boundary_point_62">
            <a:extLst xmlns:a="http://schemas.openxmlformats.org/drawingml/2006/main">
              <a:ext uri="{FF2B5EF4-FFF2-40B4-BE49-F238E27FC236}">
                <a16:creationId xmlns:a16="http://schemas.microsoft.com/office/drawing/2014/main" id="{30FEDC03-D676-4BBF-9DDC-A7E94FF3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730" y="360451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6" name="measured_boundary_point_63">
            <a:extLst xmlns:a="http://schemas.openxmlformats.org/drawingml/2006/main">
              <a:ext uri="{FF2B5EF4-FFF2-40B4-BE49-F238E27FC236}">
                <a16:creationId xmlns:a16="http://schemas.microsoft.com/office/drawing/2014/main" id="{0DC07D77-8FA4-44DC-9C31-08D58F4C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67" y="360768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7" name="measured_boundary_point_64">
            <a:extLst xmlns:a="http://schemas.openxmlformats.org/drawingml/2006/main">
              <a:ext uri="{FF2B5EF4-FFF2-40B4-BE49-F238E27FC236}">
                <a16:creationId xmlns:a16="http://schemas.microsoft.com/office/drawing/2014/main" id="{F8DEA1D1-F67D-47C4-AFBC-00D4A940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996" y="3611108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8" name="measured_center_x">
            <a:extLst xmlns:a="http://schemas.openxmlformats.org/drawingml/2006/main">
              <a:ext uri="{FF2B5EF4-FFF2-40B4-BE49-F238E27FC236}">
                <a16:creationId xmlns:a16="http://schemas.microsoft.com/office/drawing/2014/main" id="{EDA76242-E007-40E1-B6EA-F0F94C35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544" y="35569408"/>
            <a:ext cx="187500" cy="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49" name="measured_center_y">
            <a:extLst xmlns:a="http://schemas.openxmlformats.org/drawingml/2006/main">
              <a:ext uri="{FF2B5EF4-FFF2-40B4-BE49-F238E27FC236}">
                <a16:creationId xmlns:a16="http://schemas.microsoft.com/office/drawing/2014/main" id="{3FE90A54-EF07-46F5-B2F8-AFEC54F7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294" y="35475658"/>
            <a:ext cx="0" cy="18750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50" name="center_label">
            <a:extLst xmlns:a="http://schemas.openxmlformats.org/drawingml/2006/main">
              <a:ext uri="{FF2B5EF4-FFF2-40B4-BE49-F238E27FC236}">
                <a16:creationId xmlns:a16="http://schemas.microsoft.com/office/drawing/2014/main" id="{4A5AC20A-17F5-4B9D-B865-176545C2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44" y="35288158"/>
            <a:ext cx="328125" cy="3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251" name="boundary_plot_exit">
            <a:extLst xmlns:a="http://schemas.openxmlformats.org/drawingml/2006/main">
              <a:ext uri="{FF2B5EF4-FFF2-40B4-BE49-F238E27FC236}">
                <a16:creationId xmlns:a16="http://schemas.microsoft.com/office/drawing/2014/main" id="{E33940AC-A62C-426C-BE97-8D84F88D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13" y="3557343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2" name="readout_centers">
            <a:extLst xmlns:a="http://schemas.openxmlformats.org/drawingml/2006/main">
              <a:ext uri="{FF2B5EF4-FFF2-40B4-BE49-F238E27FC236}">
                <a16:creationId xmlns:a16="http://schemas.microsoft.com/office/drawing/2014/main" id="{2EA11042-C9DE-47B3-B82A-A71DBF50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000" y="34921875"/>
            <a:ext cx="285937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LSC centers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 paired frames</a:t>
            </a:r>
          </a:p>
        </p:txBody>
      </p:sp>
      <p:sp>
        <p:nvSpPr>
          <p:cNvPr id="3253" name="readout_shift">
            <a:extLst xmlns:a="http://schemas.openxmlformats.org/drawingml/2006/main">
              <a:ext uri="{FF2B5EF4-FFF2-40B4-BE49-F238E27FC236}">
                <a16:creationId xmlns:a16="http://schemas.microsoft.com/office/drawing/2014/main" id="{B9C4F761-13CD-4788-9007-7CBFD0B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750" y="34921875"/>
            <a:ext cx="295312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Median shift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 nine pillars</a:t>
            </a:r>
          </a:p>
        </p:txBody>
      </p:sp>
      <p:sp>
        <p:nvSpPr>
          <p:cNvPr id="3254" name="readout_sd">
            <a:extLst xmlns:a="http://schemas.openxmlformats.org/drawingml/2006/main">
              <a:ext uri="{FF2B5EF4-FFF2-40B4-BE49-F238E27FC236}">
                <a16:creationId xmlns:a16="http://schemas.microsoft.com/office/drawing/2014/main" id="{DE950294-16B2-493A-A1B5-922E1194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921875"/>
            <a:ext cx="3000000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30 single steps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Sample SD</a:t>
            </a:r>
          </a:p>
        </p:txBody>
      </p:sp>
      <p:cxnSp>
        <p:nvCxnSpPr>
          <p:cNvPr id="3409" name=""/>
          <p:cNvCxnSpPr>
            <a:stCxn xmlns:a="http://schemas.openxmlformats.org/drawingml/2006/main" id="3251" idx="3"/>
            <a:endCxn xmlns:a="http://schemas.openxmlformats.org/drawingml/2006/main" id="3252" idx="1"/>
          </p:cNvCxnSpPr>
          <p:nvPr/>
        </p:nvCxnSpPr>
        <p:spPr>
          <a:xfrm xmlns:a="http://schemas.openxmlformats.org/drawingml/2006/main">
            <a:off x="3567188" y="35578126"/>
            <a:ext cx="557812" cy="23437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10" name=""/>
          <p:cNvCxnSpPr>
            <a:stCxn xmlns:a="http://schemas.openxmlformats.org/drawingml/2006/main" id="3252" idx="3"/>
            <a:endCxn xmlns:a="http://schemas.openxmlformats.org/drawingml/2006/main" id="3253" idx="1"/>
          </p:cNvCxnSpPr>
          <p:nvPr/>
        </p:nvCxnSpPr>
        <p:spPr>
          <a:xfrm xmlns:a="http://schemas.openxmlformats.org/drawingml/2006/main">
            <a:off x="69843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11" name=""/>
          <p:cNvCxnSpPr>
            <a:stCxn xmlns:a="http://schemas.openxmlformats.org/drawingml/2006/main" id="3253" idx="3"/>
            <a:endCxn xmlns:a="http://schemas.openxmlformats.org/drawingml/2006/main" id="3254" idx="1"/>
          </p:cNvCxnSpPr>
          <p:nvPr/>
        </p:nvCxnSpPr>
        <p:spPr>
          <a:xfrm xmlns:a="http://schemas.openxmlformats.org/drawingml/2006/main">
            <a:off x="109218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258" name="boundary_key">
            <a:extLst xmlns:a="http://schemas.openxmlformats.org/drawingml/2006/main">
              <a:ext uri="{FF2B5EF4-FFF2-40B4-BE49-F238E27FC236}">
                <a16:creationId xmlns:a16="http://schemas.microsoft.com/office/drawing/2014/main" id="{81C559EF-61B2-4561-92F3-C0A25C2D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843750"/>
            <a:ext cx="478125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points and LSC center</a:t>
            </a:r>
          </a:p>
        </p:txBody>
      </p:sp>
      <p:sp>
        <p:nvSpPr>
          <p:cNvPr id="3259" name="figure3_caption">
            <a:extLst xmlns:a="http://schemas.openxmlformats.org/drawingml/2006/main">
              <a:ext uri="{FF2B5EF4-FFF2-40B4-BE49-F238E27FC236}">
                <a16:creationId xmlns:a16="http://schemas.microsoft.com/office/drawing/2014/main" id="{BEF98070-079C-4ECF-B620-B3F7ABE6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7453125"/>
            <a:ext cx="1387500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Measured boundary points [3] and a fitted circle center [4] feed the shared displacement readout. The inset uses an actual MOSR frame.</a:t>
            </a:r>
          </a:p>
        </p:txBody>
      </p:sp>
      <p:sp>
        <p:nvSpPr>
          <p:cNvPr id="3260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255ED664-0DF3-42B6-BCC1-C21BA44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8531250"/>
            <a:ext cx="13781250" cy="5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EVALUATION AT A 1 µm NOMINAL STEP</a:t>
            </a:r>
          </a:p>
        </p:txBody>
      </p:sp>
      <p:graphicFrame>
        <p:nvGraphicFramePr>
          <p:cNvPr id="3415" name=""/>
          <p:cNvGraphicFramePr/>
          <p:nvPr/>
        </p:nvGraphicFramePr>
        <p:xfrm>
          <a:off xmlns:a="http://schemas.openxmlformats.org/drawingml/2006/main" x="1218750" y="39187500"/>
          <a:ext xmlns:a="http://schemas.openxmlformats.org/drawingml/2006/main" cx="13781250" cy="17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84375"/>
                <a:gridCol w="5812500"/>
                <a:gridCol w="1875000"/>
                <a:gridCol w="3609375"/>
              </a:tblGrid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Acquisition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31-frame evaluation scan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locked adjacent 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62" name="measurement_definition">
            <a:extLst xmlns:a="http://schemas.openxmlformats.org/drawingml/2006/main">
              <a:ext uri="{FF2B5EF4-FFF2-40B4-BE49-F238E27FC236}">
                <a16:creationId xmlns:a16="http://schemas.microsoft.com/office/drawing/2014/main" id="{EAEDBA42-8C44-411F-A1D0-24FDA9F6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1250000"/>
            <a:ext cx="1378125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Centers come from maximum-gradient boundary points and geometric LSC fits. Nine-pillar median shifts use the acquisition direction. Each condition reports the sample SD of 30 steps (denominator 29).</a:t>
            </a:r>
          </a:p>
        </p:txBody>
      </p:sp>
      <p:sp>
        <p:nvSpPr>
          <p:cNvPr id="3263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F82E2884-F07A-4766-983B-2DC10AC5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4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MOSR gives the lowest observed Step SD in both evaluations. Each comparison uses the same images and measurement settings for all three methods.</a:t>
            </a:r>
          </a:p>
        </p:txBody>
      </p:sp>
      <p:sp>
        <p:nvSpPr>
          <p:cNvPr id="3264" name="20x_heading">
            <a:extLst xmlns:a="http://schemas.openxmlformats.org/drawingml/2006/main">
              <a:ext uri="{FF2B5EF4-FFF2-40B4-BE49-F238E27FC236}">
                <a16:creationId xmlns:a16="http://schemas.microsoft.com/office/drawing/2014/main" id="{A12465A9-F2E7-4465-A1D5-46320E33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265" name="20x_gain">
            <a:extLst xmlns:a="http://schemas.openxmlformats.org/drawingml/2006/main">
              <a:ext uri="{FF2B5EF4-FFF2-40B4-BE49-F238E27FC236}">
                <a16:creationId xmlns:a16="http://schemas.microsoft.com/office/drawing/2014/main" id="{D2D68B9A-3543-415A-9E28-8095637D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266" name="20x_value">
            <a:extLst xmlns:a="http://schemas.openxmlformats.org/drawingml/2006/main">
              <a:ext uri="{FF2B5EF4-FFF2-40B4-BE49-F238E27FC236}">
                <a16:creationId xmlns:a16="http://schemas.microsoft.com/office/drawing/2014/main" id="{405393D3-E3F6-4A8A-8BD4-FC1007EF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</a:t>
            </a:r>
          </a:p>
        </p:txBody>
      </p:sp>
      <p:sp>
        <p:nvSpPr>
          <p:cNvPr id="3267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0EE80B38-2CB8-4C2F-A030-3163BCFC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22" name=""/>
          <p:cNvGraphicFramePr/>
          <p:nvPr/>
        </p:nvGraphicFramePr>
        <p:xfrm>
          <a:off xmlns:a="http://schemas.openxmlformats.org/drawingml/2006/main" x="17156250" y="14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9.506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5.794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4.068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23" name="Chart"/>
          <p:cNvGraphicFramePr/>
          <p:nvPr/>
        </p:nvGraphicFramePr>
        <p:xfrm>
          <a:off xmlns:a="http://schemas.openxmlformats.org/drawingml/2006/main" x="17062500" y="16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4733b149d8475b"/>
          </a:graphicData>
        </a:graphic>
      </p:graphicFrame>
      <p:sp>
        <p:nvSpPr>
          <p:cNvPr id="3270" name="figure4_caption">
            <a:extLst xmlns:a="http://schemas.openxmlformats.org/drawingml/2006/main">
              <a:ext uri="{FF2B5EF4-FFF2-40B4-BE49-F238E27FC236}">
                <a16:creationId xmlns:a16="http://schemas.microsoft.com/office/drawing/2014/main" id="{48FBA551-E6F1-483D-8AFA-6A14D5E3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1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4. All 30 single-step displacements at 20×. Curves use measured step minus 1 µm, with the same axis limits as the 50× evaluation.</a:t>
            </a:r>
          </a:p>
        </p:txBody>
      </p:sp>
      <p:sp>
        <p:nvSpPr>
          <p:cNvPr id="3271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5184E5E7-72BF-4613-9799-F235A941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the mean step changes by only 0.10 nm while Step SD decreases by 5.44 nm. This pattern is consistent with more stable boundary-based localization.</a:t>
            </a:r>
          </a:p>
        </p:txBody>
      </p:sp>
      <p:sp>
        <p:nvSpPr>
          <p:cNvPr id="3272" name="50x_heading">
            <a:extLst xmlns:a="http://schemas.openxmlformats.org/drawingml/2006/main">
              <a:ext uri="{FF2B5EF4-FFF2-40B4-BE49-F238E27FC236}">
                <a16:creationId xmlns:a16="http://schemas.microsoft.com/office/drawing/2014/main" id="{995CDB08-FFE3-4A6F-A73F-B88CDD9A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273" name="50x_gain">
            <a:extLst xmlns:a="http://schemas.openxmlformats.org/drawingml/2006/main">
              <a:ext uri="{FF2B5EF4-FFF2-40B4-BE49-F238E27FC236}">
                <a16:creationId xmlns:a16="http://schemas.microsoft.com/office/drawing/2014/main" id="{579B3557-8B62-43C4-B0DF-8B9DC43D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274" name="50x_value">
            <a:extLst xmlns:a="http://schemas.openxmlformats.org/drawingml/2006/main">
              <a:ext uri="{FF2B5EF4-FFF2-40B4-BE49-F238E27FC236}">
                <a16:creationId xmlns:a16="http://schemas.microsoft.com/office/drawing/2014/main" id="{AA83F7DD-FBB8-44F3-8038-022E7303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24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</a:t>
            </a:r>
          </a:p>
        </p:txBody>
      </p:sp>
      <p:sp>
        <p:nvSpPr>
          <p:cNvPr id="3275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DFA33C0A-A5A8-4D3F-B5D0-D70FE63D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30" name=""/>
          <p:cNvGraphicFramePr/>
          <p:nvPr/>
        </p:nvGraphicFramePr>
        <p:xfrm>
          <a:off xmlns:a="http://schemas.openxmlformats.org/drawingml/2006/main" x="17156250" y="26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5.938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4.542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31" name="Chart"/>
          <p:cNvGraphicFramePr/>
          <p:nvPr/>
        </p:nvGraphicFramePr>
        <p:xfrm>
          <a:off xmlns:a="http://schemas.openxmlformats.org/drawingml/2006/main" x="17062500" y="28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94f8e896da4326"/>
          </a:graphicData>
        </a:graphic>
      </p:graphicFrame>
      <p:sp>
        <p:nvSpPr>
          <p:cNvPr id="3278" name="figure5_caption">
            <a:extLst xmlns:a="http://schemas.openxmlformats.org/drawingml/2006/main">
              <a:ext uri="{FF2B5EF4-FFF2-40B4-BE49-F238E27FC236}">
                <a16:creationId xmlns:a16="http://schemas.microsoft.com/office/drawing/2014/main" id="{FDF2BEA7-C698-486A-A560-30E17193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3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5. All 30 locked single-step displacements at 50×. MOSR reaches 4.542 nm Step SD with the same learned weights and the corresponding optical calibration.</a:t>
            </a:r>
          </a:p>
        </p:txBody>
      </p:sp>
      <p:sp>
        <p:nvSpPr>
          <p:cNvPr id="3279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895E887E-E1CB-4DF8-B378-16F5D635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718750"/>
            <a:ext cx="13781250" cy="22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 shared reconstruction weights and objective-specific optical guidance, MOSR reduces single-step variation by 57.2% at 20× and 23.5% at 50×. The observed reductions under a common center readout support MOSR for cross-magnification micro-displacement inspection.</a:t>
            </a:r>
          </a:p>
        </p:txBody>
      </p:sp>
      <p:sp>
        <p:nvSpPr>
          <p:cNvPr id="3280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420E967A-2FD4-46FB-8C4A-B84F950E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375000"/>
            <a:ext cx="13687500" cy="24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2026-10-03T08:40:41.1140000Z</dcterms:created>
  <dcterms:modified xsi:type="dcterms:W3CDTF">2026-10-03T08:40:41.1140000Z</dcterms:modified>
</coreProperties>
</file>