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11289536e64ca6" /><Relationship Type="http://schemas.openxmlformats.org/officeDocument/2006/relationships/extended-properties" Target="/docProps/app.xml" Id="R263c904f03874dab" /><Relationship Type="http://schemas.openxmlformats.org/officeDocument/2006/relationships/officeDocument" Target="/ppt/presentation.xml" Id="Rd52ad464b24c44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6bfc8ba2d64fde"/>
  </p:sldMasterIdLst>
  <p:notesMasterIdLst>
    <p:notesMasterId xmlns:r="http://schemas.openxmlformats.org/officeDocument/2006/relationships" r:id="R08b5dff333b04523"/>
  </p:notesMasterIdLst>
  <p:sldIdLst>
    <p:sldId xmlns:r="http://schemas.openxmlformats.org/officeDocument/2006/relationships" id="256" r:id="Rb903b8359a4a4fee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e1c022228483e" /><Relationship Type="http://schemas.openxmlformats.org/officeDocument/2006/relationships/slideMaster" Target="/ppt/slideMasters/slideMaster1.xml" Id="Rb86bfc8ba2d64fde" /><Relationship Type="http://schemas.openxmlformats.org/officeDocument/2006/relationships/notesMaster" Target="/ppt/notesMasters/notesMaster1.xml" Id="R08b5dff333b04523" /><Relationship Type="http://schemas.openxmlformats.org/officeDocument/2006/relationships/presProps" Target="/ppt/presProps.xml" Id="Rc4025b6a2ddf4ef4" /><Relationship Type="http://schemas.openxmlformats.org/officeDocument/2006/relationships/viewProps" Target="/ppt/viewProps.xml" Id="R81ce76e57dc8448c" /><Relationship Type="http://schemas.openxmlformats.org/officeDocument/2006/relationships/tableStyles" Target="/ppt/tableStyles.xml" Id="R85dee89c8a6d4fca" /><Relationship Type="http://schemas.openxmlformats.org/officeDocument/2006/relationships/slide" Target="/ppt/slides/slide1.xml" Id="Rb903b8359a4a4f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c4593e79b1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722c5f93847dd" /><Relationship Type="http://schemas.openxmlformats.org/officeDocument/2006/relationships/notesMaster" Target="/ppt/notesMasters/notesMaster1.xml" Id="Ra4bc9719347e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581123509439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b70dce4444d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431aa94c24e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5d1a87ee74e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a5fba7f8445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613ab34fe44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675f5b18f42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900aac5794c6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e0a7e5a1c449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c0cb103cb42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6310198a94645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C1B632-E30B-48D0-8DC9-6352AEEB8E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23CAF06-B795-4045-8706-3A025A8DE9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E77973D-2D6C-48C6-B388-269525A6C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9FEDD361-79BD-4A8C-B4AD-A39DE065F3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514983-0BBE-494A-A9CB-56B962ECF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6C1C2B8-C6FC-42E0-98F2-9566DFF898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1CC1841-4F0F-409A-93D3-366B893B2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FBA6BDA-5E61-46B5-8B9C-D91C28D59F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A544BE71-B76F-4DF1-A5F8-162367B751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6F24DEEC-4A61-40EF-86AA-142570001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926694C3-715F-4596-B565-712B7E8C99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A4B1298-5BF3-4AC7-A58D-562CBD4B4E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6271B249-D7B9-41D0-980C-324B7B2F815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94099E2A-A7AE-4D2A-81D7-CC48B8B93A2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C81FAA3-6020-4C5D-A782-F7A7289598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BDF4179-9E32-4EBB-B4F1-5F8316485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AE95A5C-E9C6-4BB4-B6E3-D4282393EC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AD3CDE5B-0C2C-4FC0-8877-D71928E3FC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F2C435A-75C3-4146-846E-F276F553F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DC289F7C-316A-4B22-B7EB-1492597997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0E97326-C26A-4EC2-94BF-B60FB5211D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0FC04D3-AD81-4841-BFE7-69506C3C7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169D42F-4099-4911-8EA3-35DC56B62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1E7DC6E1-B2F6-47FC-ADB4-1E1E47C07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E41339B-BB3F-4A95-9F68-D18903705D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bf55a2fa17498a" /><Relationship Type="http://schemas.openxmlformats.org/officeDocument/2006/relationships/slideLayout" Target="/ppt/slideLayouts/slideLayout1.xml" Id="R1b08a31a2a3f4165" /><Relationship Type="http://schemas.openxmlformats.org/officeDocument/2006/relationships/slideLayout" Target="/ppt/slideLayouts/slideLayout2.xml" Id="R9bcbd7d88f2b40be" /><Relationship Type="http://schemas.openxmlformats.org/officeDocument/2006/relationships/slideLayout" Target="/ppt/slideLayouts/slideLayout3.xml" Id="Rb9bffc43f6114e14" /><Relationship Type="http://schemas.openxmlformats.org/officeDocument/2006/relationships/slideLayout" Target="/ppt/slideLayouts/slideLayout4.xml" Id="R5d184ec87e9345e8" /><Relationship Type="http://schemas.openxmlformats.org/officeDocument/2006/relationships/slideLayout" Target="/ppt/slideLayouts/slideLayout5.xml" Id="R6f0c3b1f8f54438e" /><Relationship Type="http://schemas.openxmlformats.org/officeDocument/2006/relationships/slideLayout" Target="/ppt/slideLayouts/slideLayout6.xml" Id="R8de63840796a45f4" /><Relationship Type="http://schemas.openxmlformats.org/officeDocument/2006/relationships/slideLayout" Target="/ppt/slideLayouts/slideLayout7.xml" Id="R40e8df84175d4958" /><Relationship Type="http://schemas.openxmlformats.org/officeDocument/2006/relationships/slideLayout" Target="/ppt/slideLayouts/slideLayout8.xml" Id="Rbebb09aaf84f43b0" /><Relationship Type="http://schemas.openxmlformats.org/officeDocument/2006/relationships/slideLayout" Target="/ppt/slideLayouts/slideLayout9.xml" Id="R3e44db51dd5c48d4" /><Relationship Type="http://schemas.openxmlformats.org/officeDocument/2006/relationships/slideLayout" Target="/ppt/slideLayouts/slideLayout10.xml" Id="R5118ce5cca9b4234" /><Relationship Type="http://schemas.openxmlformats.org/officeDocument/2006/relationships/slideLayout" Target="/ppt/slideLayouts/slideLayout11.xml" Id="R3c1045c926e0400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8a31a2a3f4165"/>
    <p:sldLayoutId xmlns:r="http://schemas.openxmlformats.org/officeDocument/2006/relationships" id="2147483650" r:id="R9bcbd7d88f2b40be"/>
    <p:sldLayoutId xmlns:r="http://schemas.openxmlformats.org/officeDocument/2006/relationships" id="2147483651" r:id="Rb9bffc43f6114e14"/>
    <p:sldLayoutId xmlns:r="http://schemas.openxmlformats.org/officeDocument/2006/relationships" id="2147483652" r:id="R5d184ec87e9345e8"/>
    <p:sldLayoutId xmlns:r="http://schemas.openxmlformats.org/officeDocument/2006/relationships" id="2147483653" r:id="R6f0c3b1f8f54438e"/>
    <p:sldLayoutId xmlns:r="http://schemas.openxmlformats.org/officeDocument/2006/relationships" id="2147483654" r:id="R8de63840796a45f4"/>
    <p:sldLayoutId xmlns:r="http://schemas.openxmlformats.org/officeDocument/2006/relationships" id="2147483655" r:id="R40e8df84175d4958"/>
    <p:sldLayoutId xmlns:r="http://schemas.openxmlformats.org/officeDocument/2006/relationships" id="2147483656" r:id="Rbebb09aaf84f43b0"/>
    <p:sldLayoutId xmlns:r="http://schemas.openxmlformats.org/officeDocument/2006/relationships" id="2147483657" r:id="R3e44db51dd5c48d4"/>
    <p:sldLayoutId xmlns:r="http://schemas.openxmlformats.org/officeDocument/2006/relationships" id="2147483658" r:id="R5118ce5cca9b4234"/>
    <p:sldLayoutId xmlns:r="http://schemas.openxmlformats.org/officeDocument/2006/relationships" id="2147483659" r:id="R3c1045c926e04008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aa9b211914cbc" /><Relationship Type="http://schemas.openxmlformats.org/officeDocument/2006/relationships/image" Target="/ppt/media/image.jpeg" Id="R4b87ae8b9a564836" /><Relationship Type="http://schemas.openxmlformats.org/officeDocument/2006/relationships/image" Target="/ppt/media/image.png" Id="R59b080a7fab34351" /><Relationship Type="http://schemas.openxmlformats.org/officeDocument/2006/relationships/image" Target="/ppt/media/image2.png" Id="R705a8e297ef8439f" /><Relationship Type="http://schemas.openxmlformats.org/officeDocument/2006/relationships/image" Target="/ppt/media/image3.png" Id="Ra5fb66724fc74b02" /><Relationship Type="http://schemas.openxmlformats.org/officeDocument/2006/relationships/image" Target="/ppt/media/image4.png" Id="R30f759d0104a4e93" /><Relationship Type="http://schemas.openxmlformats.org/officeDocument/2006/relationships/chart" Target="/ppt/slides/charts/chart1.xml" Id="Rb9e61591465c43c2" /><Relationship Type="http://schemas.openxmlformats.org/officeDocument/2006/relationships/notesSlide" Target="/ppt/notesSlides/notesSlide1.xml" Id="R7bfb3afa8964405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8.839480542653641</c:v>
              </c:pt>
              <c:pt idx="1">
                <c:v>7.23307881380063</c:v>
              </c:pt>
              <c:pt idx="2">
                <c:v>10.86254755373104</c:v>
              </c:pt>
            </c:numLit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7.895025438834128</c:v>
              </c:pt>
              <c:pt idx="1">
                <c:v>6.541877735202178</c:v>
              </c:pt>
              <c:pt idx="2">
                <c:v>6.451894325191165</c:v>
              </c:pt>
            </c:numLit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7.113327865895262</c:v>
              </c:pt>
              <c:pt idx="1">
                <c:v>5.558788300800903</c:v>
              </c:pt>
              <c:pt idx="2">
                <c:v>4.258167912774406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EABA0F5C-078B-452A-BF34-1CEE86B1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142673A-4CC1-42A0-BC17-988FF977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A8511DC9-5F27-4EE8-906B-6DF07F62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FDBE3E5F-4B72-4D51-BC11-7F4C6EF9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6E47A88-AA71-44C7-A718-38FE87E9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108AE1EA-A1D3-4CB7-8AF4-CCD12AF5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AC20DBF3-76AB-405D-93B5-35AC8F2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871520BC-F63F-4CA6-9D6F-1A96CB5C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3286F89A-9289-4314-9F7D-4D01559C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2425D2CB-DA79-400A-8357-8D3A9048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7ae8b9a5648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3238E829-DFC5-4D97-84AC-84836BF4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AD5A30EF-825D-464F-9D46-4F4DBAF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18025439-5E0B-41F6-9887-E6BFF6D1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05F4C96C-003C-4E6C-9BB0-64C3EB3A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 [1, 2].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E7FDFF1F-ED06-4607-AD87-67E0BF2D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537E341C-D349-468C-B9B8-8A7222CD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3B62BFCB-B47B-4E1A-8E4C-BE724EEA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475B2267-EF2A-4D8B-B883-500298D4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000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080a7fab34351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7776E084-DC71-455D-AF87-11E6E6E3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672EF3B1-FCBC-4299-905B-DD18D23D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a8e297ef8439f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5F4A9C34-7CCB-415E-B0C6-251A927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ABE6A5C1-CC82-4384-B383-6EA1B91A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64D61F72-7724-462A-9933-DF278A6F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18437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b66724fc74b02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F7ECB53B-FACB-4597-ADD7-5BD2C47A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8D531C01-794F-488B-9A86-38FD5E6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759d0104a4e93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DFDCAB1E-A2C9-45D5-B818-CF8EA865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89C88BC8-61F8-4C47-930B-4827744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E57853ED-3CFD-41CE-A3BC-79446B4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B87ED202-57CF-4A22-80C6-DEECFFD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PSF-guided reconstruction, anti-aliased processing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94F87D56-512D-4697-9430-C1D44B3D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336D4F46-E9AC-4574-AE23-7A308C6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5F31229C-0B07-4E3E-B705-01AC347F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02097617-7C68-4677-B312-A47E0CA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3D92079E-1B01-4D59-9213-9CEA243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27DED7B7-7370-499D-83F2-F3252DE6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87627DD6-6936-49E8-A944-1C27F40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e61591465c43c2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0503E5FD-893A-4E09-88F1-6763DF9A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8D198C04-A14E-4E98-BCCE-345B6BB1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E4F2A80B-BEA4-4D65-BCEE-1EC4CAA5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006076173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2026-09-29T15:29:07.9890000Z</dcterms:created>
  <dcterms:modified xsi:type="dcterms:W3CDTF">2026-09-29T15:29:07.9890000Z</dcterms:modified>
</coreProperties>
</file>