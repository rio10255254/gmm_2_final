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7ed84b6a94090" /><Relationship Type="http://schemas.openxmlformats.org/officeDocument/2006/relationships/extended-properties" Target="/docProps/app.xml" Id="R0794aa84663b4c92" /><Relationship Type="http://schemas.openxmlformats.org/officeDocument/2006/relationships/officeDocument" Target="/ppt/presentation.xml" Id="Ra52277da26ed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fd59fa18241d8"/>
  </p:sldMasterIdLst>
  <p:notesMasterIdLst>
    <p:notesMasterId xmlns:r="http://schemas.openxmlformats.org/officeDocument/2006/relationships" r:id="R81062939d4aa4948"/>
  </p:notesMasterIdLst>
  <p:sldIdLst>
    <p:sldId xmlns:r="http://schemas.openxmlformats.org/officeDocument/2006/relationships" id="256" r:id="Rfa71588c175f4ff4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63ee6483c4869" /><Relationship Type="http://schemas.openxmlformats.org/officeDocument/2006/relationships/slideMaster" Target="/ppt/slideMasters/slideMaster1.xml" Id="R56afd59fa18241d8" /><Relationship Type="http://schemas.openxmlformats.org/officeDocument/2006/relationships/notesMaster" Target="/ppt/notesMasters/notesMaster1.xml" Id="R81062939d4aa4948" /><Relationship Type="http://schemas.openxmlformats.org/officeDocument/2006/relationships/presProps" Target="/ppt/presProps.xml" Id="R9f576d70661248df" /><Relationship Type="http://schemas.openxmlformats.org/officeDocument/2006/relationships/viewProps" Target="/ppt/viewProps.xml" Id="R6f210ae740ac4eac" /><Relationship Type="http://schemas.openxmlformats.org/officeDocument/2006/relationships/tableStyles" Target="/ppt/tableStyles.xml" Id="Rfb768ec5bee34bb4" /><Relationship Type="http://schemas.openxmlformats.org/officeDocument/2006/relationships/slide" Target="/ppt/slides/slide1.xml" Id="Rfa71588c175f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032c25182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c6e06ed874cf7" /><Relationship Type="http://schemas.openxmlformats.org/officeDocument/2006/relationships/notesMaster" Target="/ppt/notesMasters/notesMaster1.xml" Id="R84ba27984ad2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677a9436a46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584c208b949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41c9ce6dc4c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436fe09b24b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0a0157e3544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d1ecf13d040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47870162b4c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754e062b245e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dd0d371ad40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57f170cf845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0b18a80fe48e0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7375F2B-55BF-4F1E-A652-B01CE7C465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F6CB80D3-D598-44C7-B1FD-EDC1550CA3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B5AEFDD-2EFD-4B27-83A6-CEC5455F2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B8637FA-7EE9-4674-8091-0222E035C4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B3A9B37-CD6E-445D-9297-2DE3A59CE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D53E3AD-7E94-4AAA-B18C-59B905E15C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A4A96A1-CF4F-42E3-808A-3C0ED8DDE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BF611ED-A4CE-41A1-9CB7-D53A8E8EE7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F994C41-DA36-4ED0-8530-FAC16B74F4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63F37A8-6430-450C-AFD0-D757399DC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D780BE9-83FD-4532-95AF-A4E407A122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00C7D27-3154-44C2-B857-E5FFB81846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134CADE3-1774-4445-843C-F8B982B9E3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BED9122D-5D9C-43E6-A760-BF007B0FEC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AF9485D-AF0B-4E98-8B45-B8A815332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04E2CDA-FB14-412C-BE53-6BD7AA79C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57E7516-75E0-47DF-ADA2-13C27437D6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42A0E09-ADCC-48E8-9A37-50E1114811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078AEEB-4DCD-4495-BAC4-431595251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0CC910B-BA02-48C3-B8AF-A83DF568648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8178E6F4-92F1-4FC9-9175-D630B9656B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040B135-C56A-4969-8928-F0B50DF00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781D8638-237D-437D-8C4B-05F4AFDD9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B187DC8-8BD4-4DB3-9ADC-BCB9580E8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2D80BC1-BB20-433E-B1A6-3D9B60C01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924163627f498a" /><Relationship Type="http://schemas.openxmlformats.org/officeDocument/2006/relationships/slideLayout" Target="/ppt/slideLayouts/slideLayout1.xml" Id="R4be04c54f325457f" /><Relationship Type="http://schemas.openxmlformats.org/officeDocument/2006/relationships/slideLayout" Target="/ppt/slideLayouts/slideLayout2.xml" Id="R832e00a271dc490f" /><Relationship Type="http://schemas.openxmlformats.org/officeDocument/2006/relationships/slideLayout" Target="/ppt/slideLayouts/slideLayout3.xml" Id="R3753fea5fdc54871" /><Relationship Type="http://schemas.openxmlformats.org/officeDocument/2006/relationships/slideLayout" Target="/ppt/slideLayouts/slideLayout4.xml" Id="R923bcb9efdfd40af" /><Relationship Type="http://schemas.openxmlformats.org/officeDocument/2006/relationships/slideLayout" Target="/ppt/slideLayouts/slideLayout5.xml" Id="R37298f76410946d1" /><Relationship Type="http://schemas.openxmlformats.org/officeDocument/2006/relationships/slideLayout" Target="/ppt/slideLayouts/slideLayout6.xml" Id="R09d0a98d08df4e1c" /><Relationship Type="http://schemas.openxmlformats.org/officeDocument/2006/relationships/slideLayout" Target="/ppt/slideLayouts/slideLayout7.xml" Id="R6e015983c6a046cd" /><Relationship Type="http://schemas.openxmlformats.org/officeDocument/2006/relationships/slideLayout" Target="/ppt/slideLayouts/slideLayout8.xml" Id="Rd5793b8636714e0d" /><Relationship Type="http://schemas.openxmlformats.org/officeDocument/2006/relationships/slideLayout" Target="/ppt/slideLayouts/slideLayout9.xml" Id="R357c635629ec4670" /><Relationship Type="http://schemas.openxmlformats.org/officeDocument/2006/relationships/slideLayout" Target="/ppt/slideLayouts/slideLayout10.xml" Id="R9b4ce610536c4a82" /><Relationship Type="http://schemas.openxmlformats.org/officeDocument/2006/relationships/slideLayout" Target="/ppt/slideLayouts/slideLayout11.xml" Id="Rc0b9a12d30e842b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04c54f325457f"/>
    <p:sldLayoutId xmlns:r="http://schemas.openxmlformats.org/officeDocument/2006/relationships" id="2147483650" r:id="R832e00a271dc490f"/>
    <p:sldLayoutId xmlns:r="http://schemas.openxmlformats.org/officeDocument/2006/relationships" id="2147483651" r:id="R3753fea5fdc54871"/>
    <p:sldLayoutId xmlns:r="http://schemas.openxmlformats.org/officeDocument/2006/relationships" id="2147483652" r:id="R923bcb9efdfd40af"/>
    <p:sldLayoutId xmlns:r="http://schemas.openxmlformats.org/officeDocument/2006/relationships" id="2147483653" r:id="R37298f76410946d1"/>
    <p:sldLayoutId xmlns:r="http://schemas.openxmlformats.org/officeDocument/2006/relationships" id="2147483654" r:id="R09d0a98d08df4e1c"/>
    <p:sldLayoutId xmlns:r="http://schemas.openxmlformats.org/officeDocument/2006/relationships" id="2147483655" r:id="R6e015983c6a046cd"/>
    <p:sldLayoutId xmlns:r="http://schemas.openxmlformats.org/officeDocument/2006/relationships" id="2147483656" r:id="Rd5793b8636714e0d"/>
    <p:sldLayoutId xmlns:r="http://schemas.openxmlformats.org/officeDocument/2006/relationships" id="2147483657" r:id="R357c635629ec4670"/>
    <p:sldLayoutId xmlns:r="http://schemas.openxmlformats.org/officeDocument/2006/relationships" id="2147483658" r:id="R9b4ce610536c4a82"/>
    <p:sldLayoutId xmlns:r="http://schemas.openxmlformats.org/officeDocument/2006/relationships" id="2147483659" r:id="Rc0b9a12d30e842b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0a80663a34b2b" /><Relationship Type="http://schemas.openxmlformats.org/officeDocument/2006/relationships/image" Target="/ppt/media/image.jpeg" Id="Rb23638ec704b44ed" /><Relationship Type="http://schemas.openxmlformats.org/officeDocument/2006/relationships/image" Target="/ppt/media/image.png" Id="R222a46e991de4848" /><Relationship Type="http://schemas.openxmlformats.org/officeDocument/2006/relationships/image" Target="/ppt/media/image2.png" Id="R009fc6db6e164569" /><Relationship Type="http://schemas.openxmlformats.org/officeDocument/2006/relationships/image" Target="/ppt/media/image3.png" Id="R382d6e958b91481c" /><Relationship Type="http://schemas.openxmlformats.org/officeDocument/2006/relationships/image" Target="/ppt/media/image4.png" Id="R2a77ac121f6c4308" /><Relationship Type="http://schemas.openxmlformats.org/officeDocument/2006/relationships/chart" Target="/ppt/slides/charts/chart1.xml" Id="R5f074705cd3d4816" /><Relationship Type="http://schemas.openxmlformats.org/officeDocument/2006/relationships/notesSlide" Target="/ppt/notesSlides/notesSlide1.xml" Id="R03a64afd758c468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8.839481</c:v>
              </c:pt>
              <c:pt idx="1">
                <c:v>7.233079</c:v>
              </c:pt>
              <c:pt idx="2">
                <c:v>10.862548</c:v>
              </c:pt>
            </c:numLit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7.895025</c:v>
              </c:pt>
              <c:pt idx="1">
                <c:v>6.541878</c:v>
              </c:pt>
              <c:pt idx="2">
                <c:v>6.451894</c:v>
              </c:pt>
            </c:numLit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7.113328</c:v>
              </c:pt>
              <c:pt idx="1">
                <c:v>5.558788</c:v>
              </c:pt>
              <c:pt idx="2">
                <c:v>4.258168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B54468A1-C9F8-4684-8FDA-67C928FC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CD7B197-E8B4-4D47-81BA-2A06118C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AF8360ED-54D6-4BA1-B724-385D8F10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42EB35F6-54C6-41E6-ADB2-E9005292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E4EB36BD-572F-4E98-85CA-22F105D1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A01AC5ED-F196-423D-882A-EE3780F3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9408901C-7593-4406-ABEF-98635EE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B09F2871-65EB-47D5-AEF5-A2A60BC1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9CB0FFC8-B436-4704-90FF-8D68C76D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43D92AAA-95C6-4A5C-AE32-3A4A8AF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638ec704b44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FFA8CFD6-3295-4491-AF56-BF2A875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E0446E66-DD0E-4CAF-8453-79C05747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5BC3637C-A677-4E2F-9143-D4A856A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E98A913F-7617-4913-ACF6-73D4965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52280C64-CF4B-4581-BCC9-1B3FF01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DDCB4970-B8A1-4A9D-B637-D1CB5F5E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37D2AEDF-17FA-45C4-B984-8902383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F3DA4683-E589-44AF-AC21-F3B6DDBC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a46e991de4848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C2B517F2-036D-4632-957D-3608012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973BDCDF-7E82-4DB7-B6ED-FF5CA30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fc6db6e164569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48621DE2-D79A-4842-AB27-CF0E5D2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B9F7F51D-2C46-4146-B281-C333D648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BB428651-790F-401F-AB4F-06B15EA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d6e958b91481c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7911CE39-B478-41FB-BE11-713B5215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A59A3B07-2693-489D-BDA2-450775D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7ac121f6c4308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7746DE3A-76AA-40B0-AB03-1D5EDFE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1C1EFAC8-912B-4CE4-B5DF-93259A1F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57A86DD0-4D67-4AFC-9F5B-AF48F20B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4296F756-822B-4813-94C4-54BBBBA8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uses U-Net context [1], anti-aliased processing [2], PSF guidance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64ED3CD7-E3D0-4746-B8A1-A4DEA1F8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1FC7E4FB-41B3-4BD9-8A66-25AD254D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C87D85F9-6352-45A0-9E4F-948E27A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F6B3C964-769B-43DE-B81F-793C8E1C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EDFE43B5-D031-4461-BED9-CCFE5DEA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E727EEFB-4248-48A2-A71F-5B0F782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503DEEBC-3E5D-42F2-B8B8-9148526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74705cd3d4816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6228A55B-25E0-4C2C-B767-A1BA935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5366AD7F-8644-4ECD-96E6-6CEDEA0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A98387F3-B14C-437F-A760-CE98EF8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62411542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2026-09-29T15:35:00.0750000Z</dcterms:created>
  <dcterms:modified xsi:type="dcterms:W3CDTF">2026-09-29T15:35:00.0750000Z</dcterms:modified>
</coreProperties>
</file>